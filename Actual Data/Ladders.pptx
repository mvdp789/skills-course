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9" r:id="rId4"/>
    <p:sldId id="257" r:id="rId5"/>
    <p:sldId id="277" r:id="rId6"/>
    <p:sldId id="275" r:id="rId7"/>
    <p:sldId id="258" r:id="rId8"/>
    <p:sldId id="260" r:id="rId9"/>
    <p:sldId id="269" r:id="rId10"/>
    <p:sldId id="270" r:id="rId11"/>
    <p:sldId id="271" r:id="rId12"/>
    <p:sldId id="272" r:id="rId13"/>
    <p:sldId id="273" r:id="rId14"/>
    <p:sldId id="274" r:id="rId15"/>
    <p:sldId id="261" r:id="rId16"/>
    <p:sldId id="276" r:id="rId17"/>
    <p:sldId id="262" r:id="rId18"/>
    <p:sldId id="263" r:id="rId19"/>
    <p:sldId id="266" r:id="rId20"/>
    <p:sldId id="265" r:id="rId21"/>
    <p:sldId id="264" r:id="rId22"/>
    <p:sldId id="267" r:id="rId23"/>
    <p:sldId id="26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C59"/>
    <a:srgbClr val="00F92D"/>
    <a:srgbClr val="184A00"/>
    <a:srgbClr val="71FF4E"/>
    <a:srgbClr val="0E6C1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lena Van der ploeg" userId="fab3437876692798" providerId="LiveId" clId="{A6CA75FC-509B-4DF2-956A-B9EC73E69D81}"/>
    <pc:docChg chg="undo custSel addSld modSld sldOrd">
      <pc:chgData name="Marlena Van der ploeg" userId="fab3437876692798" providerId="LiveId" clId="{A6CA75FC-509B-4DF2-956A-B9EC73E69D81}" dt="2026-05-30T20:30:10.208" v="9499" actId="207"/>
      <pc:docMkLst>
        <pc:docMk/>
      </pc:docMkLst>
      <pc:sldChg chg="addSp delSp modSp mod">
        <pc:chgData name="Marlena Van der ploeg" userId="fab3437876692798" providerId="LiveId" clId="{A6CA75FC-509B-4DF2-956A-B9EC73E69D81}" dt="2026-05-30T14:06:01.200" v="9235" actId="207"/>
        <pc:sldMkLst>
          <pc:docMk/>
          <pc:sldMk cId="437342636" sldId="256"/>
        </pc:sldMkLst>
        <pc:spChg chg="add mod">
          <ac:chgData name="Marlena Van der ploeg" userId="fab3437876692798" providerId="LiveId" clId="{A6CA75FC-509B-4DF2-956A-B9EC73E69D81}" dt="2026-05-30T14:06:01.200" v="9235" actId="207"/>
          <ac:spMkLst>
            <pc:docMk/>
            <pc:sldMk cId="437342636" sldId="256"/>
            <ac:spMk id="3" creationId="{9028ADFB-BFEF-0B40-FAFD-6458F5422BF0}"/>
          </ac:spMkLst>
        </pc:spChg>
        <pc:spChg chg="add mod">
          <ac:chgData name="Marlena Van der ploeg" userId="fab3437876692798" providerId="LiveId" clId="{A6CA75FC-509B-4DF2-956A-B9EC73E69D81}" dt="2026-05-30T14:03:32.085" v="9214" actId="1076"/>
          <ac:spMkLst>
            <pc:docMk/>
            <pc:sldMk cId="437342636" sldId="256"/>
            <ac:spMk id="4" creationId="{6FBCAD40-8FEA-CA7A-43E1-150FDB3386B0}"/>
          </ac:spMkLst>
        </pc:spChg>
        <pc:spChg chg="mod">
          <ac:chgData name="Marlena Van der ploeg" userId="fab3437876692798" providerId="LiveId" clId="{A6CA75FC-509B-4DF2-956A-B9EC73E69D81}" dt="2026-05-30T14:06:01.200" v="9235" actId="207"/>
          <ac:spMkLst>
            <pc:docMk/>
            <pc:sldMk cId="437342636" sldId="256"/>
            <ac:spMk id="22" creationId="{2D50BB45-E861-5860-9ADE-EB0D4C167BCD}"/>
          </ac:spMkLst>
        </pc:spChg>
        <pc:spChg chg="mod">
          <ac:chgData name="Marlena Van der ploeg" userId="fab3437876692798" providerId="LiveId" clId="{A6CA75FC-509B-4DF2-956A-B9EC73E69D81}" dt="2026-05-30T14:06:01.200" v="9235" actId="207"/>
          <ac:spMkLst>
            <pc:docMk/>
            <pc:sldMk cId="437342636" sldId="256"/>
            <ac:spMk id="23" creationId="{65E41EB5-3F94-AA04-7558-59C43088B5F4}"/>
          </ac:spMkLst>
        </pc:spChg>
        <pc:spChg chg="mod">
          <ac:chgData name="Marlena Van der ploeg" userId="fab3437876692798" providerId="LiveId" clId="{A6CA75FC-509B-4DF2-956A-B9EC73E69D81}" dt="2026-05-30T13:50:04.357" v="9143" actId="207"/>
          <ac:spMkLst>
            <pc:docMk/>
            <pc:sldMk cId="437342636" sldId="256"/>
            <ac:spMk id="24" creationId="{52D81E56-1A29-C806-4A34-5EE668C1DD9F}"/>
          </ac:spMkLst>
        </pc:spChg>
        <pc:spChg chg="mod">
          <ac:chgData name="Marlena Van der ploeg" userId="fab3437876692798" providerId="LiveId" clId="{A6CA75FC-509B-4DF2-956A-B9EC73E69D81}" dt="2026-05-30T14:06:01.200" v="9235" actId="207"/>
          <ac:spMkLst>
            <pc:docMk/>
            <pc:sldMk cId="437342636" sldId="256"/>
            <ac:spMk id="25" creationId="{F9508161-D1D2-9221-321A-9D7F48A8A4EE}"/>
          </ac:spMkLst>
        </pc:spChg>
        <pc:spChg chg="mod">
          <ac:chgData name="Marlena Van der ploeg" userId="fab3437876692798" providerId="LiveId" clId="{A6CA75FC-509B-4DF2-956A-B9EC73E69D81}" dt="2026-05-30T14:06:01.200" v="9235" actId="207"/>
          <ac:spMkLst>
            <pc:docMk/>
            <pc:sldMk cId="437342636" sldId="256"/>
            <ac:spMk id="26" creationId="{2B6808BC-26E7-7DDB-B893-1CCBDA64868F}"/>
          </ac:spMkLst>
        </pc:spChg>
        <pc:spChg chg="mod">
          <ac:chgData name="Marlena Van der ploeg" userId="fab3437876692798" providerId="LiveId" clId="{A6CA75FC-509B-4DF2-956A-B9EC73E69D81}" dt="2026-05-30T14:06:01.200" v="9235" actId="207"/>
          <ac:spMkLst>
            <pc:docMk/>
            <pc:sldMk cId="437342636" sldId="256"/>
            <ac:spMk id="27" creationId="{7C0A4E97-A2EA-6340-E9A4-AC0B5F373D88}"/>
          </ac:spMkLst>
        </pc:spChg>
        <pc:spChg chg="mod">
          <ac:chgData name="Marlena Van der ploeg" userId="fab3437876692798" providerId="LiveId" clId="{A6CA75FC-509B-4DF2-956A-B9EC73E69D81}" dt="2026-05-30T14:06:01.200" v="9235" actId="207"/>
          <ac:spMkLst>
            <pc:docMk/>
            <pc:sldMk cId="437342636" sldId="256"/>
            <ac:spMk id="28" creationId="{E292E421-074D-22DF-8F3D-79EADDEAE03D}"/>
          </ac:spMkLst>
        </pc:spChg>
        <pc:spChg chg="mod">
          <ac:chgData name="Marlena Van der ploeg" userId="fab3437876692798" providerId="LiveId" clId="{A6CA75FC-509B-4DF2-956A-B9EC73E69D81}" dt="2026-05-30T13:43:17.006" v="9106" actId="1076"/>
          <ac:spMkLst>
            <pc:docMk/>
            <pc:sldMk cId="437342636" sldId="256"/>
            <ac:spMk id="29" creationId="{7D5D6829-FD1F-3838-F7F6-F6E9F587EFC1}"/>
          </ac:spMkLst>
        </pc:spChg>
        <pc:spChg chg="mod">
          <ac:chgData name="Marlena Van der ploeg" userId="fab3437876692798" providerId="LiveId" clId="{A6CA75FC-509B-4DF2-956A-B9EC73E69D81}" dt="2026-05-30T14:06:01.200" v="9235" actId="207"/>
          <ac:spMkLst>
            <pc:docMk/>
            <pc:sldMk cId="437342636" sldId="256"/>
            <ac:spMk id="30" creationId="{A70D3F6A-180C-526B-70E7-8B678B761A9A}"/>
          </ac:spMkLst>
        </pc:spChg>
        <pc:spChg chg="mod">
          <ac:chgData name="Marlena Van der ploeg" userId="fab3437876692798" providerId="LiveId" clId="{A6CA75FC-509B-4DF2-956A-B9EC73E69D81}" dt="2026-05-30T14:06:01.200" v="9235" actId="207"/>
          <ac:spMkLst>
            <pc:docMk/>
            <pc:sldMk cId="437342636" sldId="256"/>
            <ac:spMk id="31" creationId="{953FCCCF-2346-4222-D9C1-88D99E32698B}"/>
          </ac:spMkLst>
        </pc:spChg>
        <pc:spChg chg="mod">
          <ac:chgData name="Marlena Van der ploeg" userId="fab3437876692798" providerId="LiveId" clId="{A6CA75FC-509B-4DF2-956A-B9EC73E69D81}" dt="2026-05-30T13:41:03.459" v="9086" actId="1076"/>
          <ac:spMkLst>
            <pc:docMk/>
            <pc:sldMk cId="437342636" sldId="256"/>
            <ac:spMk id="32" creationId="{9A1F9779-A0AC-6B99-D2F0-C26FADF5CC50}"/>
          </ac:spMkLst>
        </pc:spChg>
        <pc:spChg chg="mod">
          <ac:chgData name="Marlena Van der ploeg" userId="fab3437876692798" providerId="LiveId" clId="{A6CA75FC-509B-4DF2-956A-B9EC73E69D81}" dt="2026-05-30T13:41:27.149" v="9091" actId="20577"/>
          <ac:spMkLst>
            <pc:docMk/>
            <pc:sldMk cId="437342636" sldId="256"/>
            <ac:spMk id="33" creationId="{304EE0EA-7350-5FD6-C67A-A7B0C4E71B82}"/>
          </ac:spMkLst>
        </pc:spChg>
        <pc:spChg chg="mod">
          <ac:chgData name="Marlena Van der ploeg" userId="fab3437876692798" providerId="LiveId" clId="{A6CA75FC-509B-4DF2-956A-B9EC73E69D81}" dt="2026-05-30T14:05:30.006" v="9232" actId="208"/>
          <ac:spMkLst>
            <pc:docMk/>
            <pc:sldMk cId="437342636" sldId="256"/>
            <ac:spMk id="34" creationId="{B619545C-E7CE-18A1-7203-488F16B7F03F}"/>
          </ac:spMkLst>
        </pc:spChg>
        <pc:spChg chg="mod">
          <ac:chgData name="Marlena Van der ploeg" userId="fab3437876692798" providerId="LiveId" clId="{A6CA75FC-509B-4DF2-956A-B9EC73E69D81}" dt="2026-05-30T14:05:32.175" v="9233" actId="208"/>
          <ac:spMkLst>
            <pc:docMk/>
            <pc:sldMk cId="437342636" sldId="256"/>
            <ac:spMk id="35" creationId="{8378473E-3248-0FFD-5643-6651A117405B}"/>
          </ac:spMkLst>
        </pc:spChg>
        <pc:spChg chg="mod">
          <ac:chgData name="Marlena Van der ploeg" userId="fab3437876692798" providerId="LiveId" clId="{A6CA75FC-509B-4DF2-956A-B9EC73E69D81}" dt="2026-05-30T14:06:01.200" v="9235" actId="207"/>
          <ac:spMkLst>
            <pc:docMk/>
            <pc:sldMk cId="437342636" sldId="256"/>
            <ac:spMk id="36" creationId="{9AD35383-A246-3238-3183-8ABD1996C0B3}"/>
          </ac:spMkLst>
        </pc:spChg>
        <pc:spChg chg="mod">
          <ac:chgData name="Marlena Van der ploeg" userId="fab3437876692798" providerId="LiveId" clId="{A6CA75FC-509B-4DF2-956A-B9EC73E69D81}" dt="2026-05-30T13:41:43.119" v="9092" actId="403"/>
          <ac:spMkLst>
            <pc:docMk/>
            <pc:sldMk cId="437342636" sldId="256"/>
            <ac:spMk id="37" creationId="{47921727-BED1-72BF-6ABD-092A8D94BE14}"/>
          </ac:spMkLst>
        </pc:spChg>
        <pc:picChg chg="add mod">
          <ac:chgData name="Marlena Van der ploeg" userId="fab3437876692798" providerId="LiveId" clId="{A6CA75FC-509B-4DF2-956A-B9EC73E69D81}" dt="2026-05-30T13:55:44.518" v="9159" actId="14100"/>
          <ac:picMkLst>
            <pc:docMk/>
            <pc:sldMk cId="437342636" sldId="256"/>
            <ac:picMk id="2" creationId="{8134D1EA-C934-D8C5-6126-FC186E760E99}"/>
          </ac:picMkLst>
        </pc:picChg>
        <pc:picChg chg="del">
          <ac:chgData name="Marlena Van der ploeg" userId="fab3437876692798" providerId="LiveId" clId="{A6CA75FC-509B-4DF2-956A-B9EC73E69D81}" dt="2026-05-30T13:38:14.961" v="9084" actId="478"/>
          <ac:picMkLst>
            <pc:docMk/>
            <pc:sldMk cId="437342636" sldId="256"/>
            <ac:picMk id="5" creationId="{BC8D0FB8-30C2-D3DC-8529-1B790BA390B0}"/>
          </ac:picMkLst>
        </pc:picChg>
        <pc:cxnChg chg="add mod">
          <ac:chgData name="Marlena Van der ploeg" userId="fab3437876692798" providerId="LiveId" clId="{A6CA75FC-509B-4DF2-956A-B9EC73E69D81}" dt="2026-05-30T14:03:26.525" v="9213" actId="1076"/>
          <ac:cxnSpMkLst>
            <pc:docMk/>
            <pc:sldMk cId="437342636" sldId="256"/>
            <ac:cxnSpMk id="6" creationId="{B48ECC6B-5EE8-5160-1E4D-72960772043C}"/>
          </ac:cxnSpMkLst>
        </pc:cxnChg>
      </pc:sldChg>
      <pc:sldChg chg="addSp delSp modSp mod">
        <pc:chgData name="Marlena Van der ploeg" userId="fab3437876692798" providerId="LiveId" clId="{A6CA75FC-509B-4DF2-956A-B9EC73E69D81}" dt="2026-05-30T14:06:26.886" v="9236" actId="207"/>
        <pc:sldMkLst>
          <pc:docMk/>
          <pc:sldMk cId="2976539976" sldId="257"/>
        </pc:sldMkLst>
        <pc:spChg chg="add mod">
          <ac:chgData name="Marlena Van der ploeg" userId="fab3437876692798" providerId="LiveId" clId="{A6CA75FC-509B-4DF2-956A-B9EC73E69D81}" dt="2026-05-30T14:04:17.990" v="9220" actId="208"/>
          <ac:spMkLst>
            <pc:docMk/>
            <pc:sldMk cId="2976539976" sldId="257"/>
            <ac:spMk id="3" creationId="{784B6634-FF80-6A5D-FA9B-E2A37224D3BD}"/>
          </ac:spMkLst>
        </pc:spChg>
        <pc:spChg chg="add mod">
          <ac:chgData name="Marlena Van der ploeg" userId="fab3437876692798" providerId="LiveId" clId="{A6CA75FC-509B-4DF2-956A-B9EC73E69D81}" dt="2026-05-30T14:06:26.886" v="9236" actId="207"/>
          <ac:spMkLst>
            <pc:docMk/>
            <pc:sldMk cId="2976539976" sldId="257"/>
            <ac:spMk id="7" creationId="{2747357D-8E3C-6E35-8C9A-EC639590604D}"/>
          </ac:spMkLst>
        </pc:spChg>
        <pc:spChg chg="mod">
          <ac:chgData name="Marlena Van der ploeg" userId="fab3437876692798" providerId="LiveId" clId="{A6CA75FC-509B-4DF2-956A-B9EC73E69D81}" dt="2026-05-30T14:06:26.886" v="9236" actId="207"/>
          <ac:spMkLst>
            <pc:docMk/>
            <pc:sldMk cId="2976539976" sldId="257"/>
            <ac:spMk id="21" creationId="{649B7FD8-7096-2C48-9E63-40D09865DF58}"/>
          </ac:spMkLst>
        </pc:spChg>
        <pc:spChg chg="mod">
          <ac:chgData name="Marlena Van der ploeg" userId="fab3437876692798" providerId="LiveId" clId="{A6CA75FC-509B-4DF2-956A-B9EC73E69D81}" dt="2026-05-30T13:58:57.377" v="9198" actId="1076"/>
          <ac:spMkLst>
            <pc:docMk/>
            <pc:sldMk cId="2976539976" sldId="257"/>
            <ac:spMk id="22" creationId="{43797C11-3A99-2C4F-F820-C058B54EEEB3}"/>
          </ac:spMkLst>
        </pc:spChg>
        <pc:spChg chg="mod">
          <ac:chgData name="Marlena Van der ploeg" userId="fab3437876692798" providerId="LiveId" clId="{A6CA75FC-509B-4DF2-956A-B9EC73E69D81}" dt="2026-05-30T14:06:26.886" v="9236" actId="207"/>
          <ac:spMkLst>
            <pc:docMk/>
            <pc:sldMk cId="2976539976" sldId="257"/>
            <ac:spMk id="23" creationId="{51DE2C0B-5CD3-4901-F932-79DD4DE3C9E1}"/>
          </ac:spMkLst>
        </pc:spChg>
        <pc:spChg chg="mod">
          <ac:chgData name="Marlena Van der ploeg" userId="fab3437876692798" providerId="LiveId" clId="{A6CA75FC-509B-4DF2-956A-B9EC73E69D81}" dt="2026-05-30T13:58:39.770" v="9192" actId="1076"/>
          <ac:spMkLst>
            <pc:docMk/>
            <pc:sldMk cId="2976539976" sldId="257"/>
            <ac:spMk id="24" creationId="{2E834216-3C96-88F8-711B-61549C8A8B22}"/>
          </ac:spMkLst>
        </pc:spChg>
        <pc:spChg chg="mod">
          <ac:chgData name="Marlena Van der ploeg" userId="fab3437876692798" providerId="LiveId" clId="{A6CA75FC-509B-4DF2-956A-B9EC73E69D81}" dt="2026-05-30T14:06:26.886" v="9236" actId="207"/>
          <ac:spMkLst>
            <pc:docMk/>
            <pc:sldMk cId="2976539976" sldId="257"/>
            <ac:spMk id="25" creationId="{80E06451-C647-A22C-31D0-88AFA07F3532}"/>
          </ac:spMkLst>
        </pc:spChg>
        <pc:spChg chg="mod">
          <ac:chgData name="Marlena Van der ploeg" userId="fab3437876692798" providerId="LiveId" clId="{A6CA75FC-509B-4DF2-956A-B9EC73E69D81}" dt="2026-05-30T14:06:26.886" v="9236" actId="207"/>
          <ac:spMkLst>
            <pc:docMk/>
            <pc:sldMk cId="2976539976" sldId="257"/>
            <ac:spMk id="26" creationId="{B2D9309D-0FEB-AA93-274F-9D8DD55995E5}"/>
          </ac:spMkLst>
        </pc:spChg>
        <pc:spChg chg="mod">
          <ac:chgData name="Marlena Van der ploeg" userId="fab3437876692798" providerId="LiveId" clId="{A6CA75FC-509B-4DF2-956A-B9EC73E69D81}" dt="2026-05-30T14:06:26.886" v="9236" actId="207"/>
          <ac:spMkLst>
            <pc:docMk/>
            <pc:sldMk cId="2976539976" sldId="257"/>
            <ac:spMk id="27" creationId="{1046C20B-69E4-AC12-89B0-3BE2323ABF1F}"/>
          </ac:spMkLst>
        </pc:spChg>
        <pc:spChg chg="mod">
          <ac:chgData name="Marlena Van der ploeg" userId="fab3437876692798" providerId="LiveId" clId="{A6CA75FC-509B-4DF2-956A-B9EC73E69D81}" dt="2026-05-30T14:06:26.886" v="9236" actId="207"/>
          <ac:spMkLst>
            <pc:docMk/>
            <pc:sldMk cId="2976539976" sldId="257"/>
            <ac:spMk id="28" creationId="{AB4EB925-D645-9F34-4BFE-AB43D939FC50}"/>
          </ac:spMkLst>
        </pc:spChg>
        <pc:spChg chg="mod">
          <ac:chgData name="Marlena Van der ploeg" userId="fab3437876692798" providerId="LiveId" clId="{A6CA75FC-509B-4DF2-956A-B9EC73E69D81}" dt="2026-05-30T14:06:26.886" v="9236" actId="207"/>
          <ac:spMkLst>
            <pc:docMk/>
            <pc:sldMk cId="2976539976" sldId="257"/>
            <ac:spMk id="29" creationId="{342AFBE9-BA27-54CC-6AA8-29C08C3D176E}"/>
          </ac:spMkLst>
        </pc:spChg>
        <pc:spChg chg="mod">
          <ac:chgData name="Marlena Van der ploeg" userId="fab3437876692798" providerId="LiveId" clId="{A6CA75FC-509B-4DF2-956A-B9EC73E69D81}" dt="2026-05-30T14:06:26.886" v="9236" actId="207"/>
          <ac:spMkLst>
            <pc:docMk/>
            <pc:sldMk cId="2976539976" sldId="257"/>
            <ac:spMk id="30" creationId="{CC6729DB-2F65-C262-3A65-E6D3CB6EEFE2}"/>
          </ac:spMkLst>
        </pc:spChg>
        <pc:spChg chg="mod">
          <ac:chgData name="Marlena Van der ploeg" userId="fab3437876692798" providerId="LiveId" clId="{A6CA75FC-509B-4DF2-956A-B9EC73E69D81}" dt="2026-05-30T14:04:15.629" v="9219" actId="208"/>
          <ac:spMkLst>
            <pc:docMk/>
            <pc:sldMk cId="2976539976" sldId="257"/>
            <ac:spMk id="31" creationId="{E2A410E5-AEB7-3779-8E6E-48513EADFBEE}"/>
          </ac:spMkLst>
        </pc:spChg>
        <pc:spChg chg="mod">
          <ac:chgData name="Marlena Van der ploeg" userId="fab3437876692798" providerId="LiveId" clId="{A6CA75FC-509B-4DF2-956A-B9EC73E69D81}" dt="2026-05-30T14:06:26.886" v="9236" actId="207"/>
          <ac:spMkLst>
            <pc:docMk/>
            <pc:sldMk cId="2976539976" sldId="257"/>
            <ac:spMk id="32" creationId="{9FA11BED-37F8-822B-FE79-DE3954491C99}"/>
          </ac:spMkLst>
        </pc:spChg>
        <pc:picChg chg="add mod">
          <ac:chgData name="Marlena Van der ploeg" userId="fab3437876692798" providerId="LiveId" clId="{A6CA75FC-509B-4DF2-956A-B9EC73E69D81}" dt="2026-05-30T14:04:10.875" v="9217" actId="208"/>
          <ac:picMkLst>
            <pc:docMk/>
            <pc:sldMk cId="2976539976" sldId="257"/>
            <ac:picMk id="2" creationId="{08870D6C-5B46-8E35-F0A2-1A768AA59448}"/>
          </ac:picMkLst>
        </pc:picChg>
        <pc:picChg chg="add del mod">
          <ac:chgData name="Marlena Van der ploeg" userId="fab3437876692798" providerId="LiveId" clId="{A6CA75FC-509B-4DF2-956A-B9EC73E69D81}" dt="2026-05-30T13:58:01.087" v="9177" actId="478"/>
          <ac:picMkLst>
            <pc:docMk/>
            <pc:sldMk cId="2976539976" sldId="257"/>
            <ac:picMk id="6" creationId="{DDBA6CF9-8B33-C90A-9039-007FC3856BD3}"/>
          </ac:picMkLst>
        </pc:picChg>
        <pc:picChg chg="del mod">
          <ac:chgData name="Marlena Van der ploeg" userId="fab3437876692798" providerId="LiveId" clId="{A6CA75FC-509B-4DF2-956A-B9EC73E69D81}" dt="2026-05-30T13:38:03.437" v="9082" actId="478"/>
          <ac:picMkLst>
            <pc:docMk/>
            <pc:sldMk cId="2976539976" sldId="257"/>
            <ac:picMk id="11" creationId="{5557DAEC-E21A-E298-0B40-218359A5827B}"/>
          </ac:picMkLst>
        </pc:picChg>
        <pc:picChg chg="mod">
          <ac:chgData name="Marlena Van der ploeg" userId="fab3437876692798" providerId="LiveId" clId="{A6CA75FC-509B-4DF2-956A-B9EC73E69D81}" dt="2026-05-30T14:04:12.697" v="9218" actId="208"/>
          <ac:picMkLst>
            <pc:docMk/>
            <pc:sldMk cId="2976539976" sldId="257"/>
            <ac:picMk id="13" creationId="{36C05B31-0816-4413-C022-2059A917D5D7}"/>
          </ac:picMkLst>
        </pc:picChg>
        <pc:cxnChg chg="add mod">
          <ac:chgData name="Marlena Van der ploeg" userId="fab3437876692798" providerId="LiveId" clId="{A6CA75FC-509B-4DF2-956A-B9EC73E69D81}" dt="2026-05-30T14:04:35.839" v="9227" actId="208"/>
          <ac:cxnSpMkLst>
            <pc:docMk/>
            <pc:sldMk cId="2976539976" sldId="257"/>
            <ac:cxnSpMk id="4" creationId="{3C8BB662-078E-93EC-BA5C-FF0050237318}"/>
          </ac:cxnSpMkLst>
        </pc:cxnChg>
        <pc:cxnChg chg="mod">
          <ac:chgData name="Marlena Van der ploeg" userId="fab3437876692798" providerId="LiveId" clId="{A6CA75FC-509B-4DF2-956A-B9EC73E69D81}" dt="2026-05-30T14:04:20.221" v="9221" actId="208"/>
          <ac:cxnSpMkLst>
            <pc:docMk/>
            <pc:sldMk cId="2976539976" sldId="257"/>
            <ac:cxnSpMk id="15" creationId="{FA899ABE-8107-3512-5F9D-D0859BF7D3A6}"/>
          </ac:cxnSpMkLst>
        </pc:cxnChg>
        <pc:cxnChg chg="mod">
          <ac:chgData name="Marlena Van der ploeg" userId="fab3437876692798" providerId="LiveId" clId="{A6CA75FC-509B-4DF2-956A-B9EC73E69D81}" dt="2026-05-30T14:04:22.321" v="9222" actId="208"/>
          <ac:cxnSpMkLst>
            <pc:docMk/>
            <pc:sldMk cId="2976539976" sldId="257"/>
            <ac:cxnSpMk id="16" creationId="{FCC773F3-2766-B19A-A142-AA38A28C77F3}"/>
          </ac:cxnSpMkLst>
        </pc:cxnChg>
        <pc:cxnChg chg="mod">
          <ac:chgData name="Marlena Van der ploeg" userId="fab3437876692798" providerId="LiveId" clId="{A6CA75FC-509B-4DF2-956A-B9EC73E69D81}" dt="2026-05-30T14:04:24.677" v="9223" actId="208"/>
          <ac:cxnSpMkLst>
            <pc:docMk/>
            <pc:sldMk cId="2976539976" sldId="257"/>
            <ac:cxnSpMk id="17" creationId="{C8670056-5179-BD8D-3F6D-8EE82B6545B1}"/>
          </ac:cxnSpMkLst>
        </pc:cxnChg>
        <pc:cxnChg chg="mod">
          <ac:chgData name="Marlena Van der ploeg" userId="fab3437876692798" providerId="LiveId" clId="{A6CA75FC-509B-4DF2-956A-B9EC73E69D81}" dt="2026-05-30T14:04:26.726" v="9224" actId="208"/>
          <ac:cxnSpMkLst>
            <pc:docMk/>
            <pc:sldMk cId="2976539976" sldId="257"/>
            <ac:cxnSpMk id="18" creationId="{672AB4F7-A80E-87FB-EF14-B0F069124AC5}"/>
          </ac:cxnSpMkLst>
        </pc:cxnChg>
        <pc:cxnChg chg="mod">
          <ac:chgData name="Marlena Van der ploeg" userId="fab3437876692798" providerId="LiveId" clId="{A6CA75FC-509B-4DF2-956A-B9EC73E69D81}" dt="2026-05-30T14:04:28.737" v="9225" actId="208"/>
          <ac:cxnSpMkLst>
            <pc:docMk/>
            <pc:sldMk cId="2976539976" sldId="257"/>
            <ac:cxnSpMk id="19" creationId="{A45A00DB-9256-1100-06ED-BE7E24D2B3BD}"/>
          </ac:cxnSpMkLst>
        </pc:cxnChg>
        <pc:cxnChg chg="mod">
          <ac:chgData name="Marlena Van der ploeg" userId="fab3437876692798" providerId="LiveId" clId="{A6CA75FC-509B-4DF2-956A-B9EC73E69D81}" dt="2026-05-30T14:04:30.973" v="9226" actId="208"/>
          <ac:cxnSpMkLst>
            <pc:docMk/>
            <pc:sldMk cId="2976539976" sldId="257"/>
            <ac:cxnSpMk id="20" creationId="{8C7080D4-89B5-1144-2561-6101EC33673A}"/>
          </ac:cxnSpMkLst>
        </pc:cxnChg>
      </pc:sldChg>
      <pc:sldChg chg="addSp modSp new mod">
        <pc:chgData name="Marlena Van der ploeg" userId="fab3437876692798" providerId="LiveId" clId="{A6CA75FC-509B-4DF2-956A-B9EC73E69D81}" dt="2026-05-29T10:04:51.152" v="33" actId="732"/>
        <pc:sldMkLst>
          <pc:docMk/>
          <pc:sldMk cId="4123418756" sldId="258"/>
        </pc:sldMkLst>
        <pc:picChg chg="add mod modCrop">
          <ac:chgData name="Marlena Van der ploeg" userId="fab3437876692798" providerId="LiveId" clId="{A6CA75FC-509B-4DF2-956A-B9EC73E69D81}" dt="2026-05-29T10:04:51.152" v="33" actId="732"/>
          <ac:picMkLst>
            <pc:docMk/>
            <pc:sldMk cId="4123418756" sldId="258"/>
            <ac:picMk id="3" creationId="{EB68E511-2D18-9B66-7161-7DEB18CC14D7}"/>
          </ac:picMkLst>
        </pc:picChg>
      </pc:sldChg>
      <pc:sldChg chg="addSp delSp modSp new mod ord">
        <pc:chgData name="Marlena Van der ploeg" userId="fab3437876692798" providerId="LiveId" clId="{A6CA75FC-509B-4DF2-956A-B9EC73E69D81}" dt="2026-05-30T14:02:57.733" v="9209" actId="931"/>
        <pc:sldMkLst>
          <pc:docMk/>
          <pc:sldMk cId="1184989167" sldId="259"/>
        </pc:sldMkLst>
        <pc:picChg chg="add mod">
          <ac:chgData name="Marlena Van der ploeg" userId="fab3437876692798" providerId="LiveId" clId="{A6CA75FC-509B-4DF2-956A-B9EC73E69D81}" dt="2026-05-30T13:38:12.058" v="9083"/>
          <ac:picMkLst>
            <pc:docMk/>
            <pc:sldMk cId="1184989167" sldId="259"/>
            <ac:picMk id="2" creationId="{FBE9B48E-33C5-FF9C-6BAC-38200F4EA1C1}"/>
          </ac:picMkLst>
        </pc:picChg>
        <pc:picChg chg="add mod modCrop">
          <ac:chgData name="Marlena Van der ploeg" userId="fab3437876692798" providerId="LiveId" clId="{A6CA75FC-509B-4DF2-956A-B9EC73E69D81}" dt="2026-05-30T13:51:27.706" v="9156" actId="1582"/>
          <ac:picMkLst>
            <pc:docMk/>
            <pc:sldMk cId="1184989167" sldId="259"/>
            <ac:picMk id="3" creationId="{81EF543D-BB20-42DE-4B23-C35BDAEC36BD}"/>
          </ac:picMkLst>
        </pc:picChg>
        <pc:picChg chg="add del mod">
          <ac:chgData name="Marlena Van der ploeg" userId="fab3437876692798" providerId="LiveId" clId="{A6CA75FC-509B-4DF2-956A-B9EC73E69D81}" dt="2026-05-30T14:02:57.733" v="9209" actId="931"/>
          <ac:picMkLst>
            <pc:docMk/>
            <pc:sldMk cId="1184989167" sldId="259"/>
            <ac:picMk id="5" creationId="{36EA5487-904B-98EB-E436-5BDD90B2887F}"/>
          </ac:picMkLst>
        </pc:picChg>
      </pc:sldChg>
      <pc:sldChg chg="addSp modSp new mod">
        <pc:chgData name="Marlena Van der ploeg" userId="fab3437876692798" providerId="LiveId" clId="{A6CA75FC-509B-4DF2-956A-B9EC73E69D81}" dt="2026-05-29T10:27:05.647" v="91" actId="14100"/>
        <pc:sldMkLst>
          <pc:docMk/>
          <pc:sldMk cId="403072443" sldId="260"/>
        </pc:sldMkLst>
        <pc:spChg chg="add mod ord">
          <ac:chgData name="Marlena Van der ploeg" userId="fab3437876692798" providerId="LiveId" clId="{A6CA75FC-509B-4DF2-956A-B9EC73E69D81}" dt="2026-05-29T10:27:05.647" v="91" actId="14100"/>
          <ac:spMkLst>
            <pc:docMk/>
            <pc:sldMk cId="403072443" sldId="260"/>
            <ac:spMk id="2" creationId="{1552DC2B-2F6D-3E7B-63C2-2A143CC16F13}"/>
          </ac:spMkLst>
        </pc:spChg>
        <pc:spChg chg="add mod">
          <ac:chgData name="Marlena Van der ploeg" userId="fab3437876692798" providerId="LiveId" clId="{A6CA75FC-509B-4DF2-956A-B9EC73E69D81}" dt="2026-05-29T10:27:01.743" v="90" actId="1076"/>
          <ac:spMkLst>
            <pc:docMk/>
            <pc:sldMk cId="403072443" sldId="260"/>
            <ac:spMk id="3" creationId="{BF9D71F6-EEC7-947C-D3CA-1265F1805A7B}"/>
          </ac:spMkLst>
        </pc:spChg>
      </pc:sldChg>
      <pc:sldChg chg="addSp delSp modSp new mod">
        <pc:chgData name="Marlena Van der ploeg" userId="fab3437876692798" providerId="LiveId" clId="{A6CA75FC-509B-4DF2-956A-B9EC73E69D81}" dt="2026-05-30T13:19:18.424" v="9074" actId="478"/>
        <pc:sldMkLst>
          <pc:docMk/>
          <pc:sldMk cId="3401107049" sldId="261"/>
        </pc:sldMkLst>
        <pc:spChg chg="add mod">
          <ac:chgData name="Marlena Van der ploeg" userId="fab3437876692798" providerId="LiveId" clId="{A6CA75FC-509B-4DF2-956A-B9EC73E69D81}" dt="2026-05-29T17:15:03.346" v="8838" actId="20577"/>
          <ac:spMkLst>
            <pc:docMk/>
            <pc:sldMk cId="3401107049" sldId="261"/>
            <ac:spMk id="4" creationId="{34644E97-B423-167A-D9DA-2AADA998CB0F}"/>
          </ac:spMkLst>
        </pc:spChg>
        <pc:spChg chg="add mod">
          <ac:chgData name="Marlena Van der ploeg" userId="fab3437876692798" providerId="LiveId" clId="{A6CA75FC-509B-4DF2-956A-B9EC73E69D81}" dt="2026-05-29T17:15:06.448" v="8841" actId="20577"/>
          <ac:spMkLst>
            <pc:docMk/>
            <pc:sldMk cId="3401107049" sldId="261"/>
            <ac:spMk id="5" creationId="{61F08861-5473-79A3-30C3-73FD46C7DB58}"/>
          </ac:spMkLst>
        </pc:spChg>
        <pc:spChg chg="add mod">
          <ac:chgData name="Marlena Van der ploeg" userId="fab3437876692798" providerId="LiveId" clId="{A6CA75FC-509B-4DF2-956A-B9EC73E69D81}" dt="2026-05-29T17:15:09.337" v="8844" actId="20577"/>
          <ac:spMkLst>
            <pc:docMk/>
            <pc:sldMk cId="3401107049" sldId="261"/>
            <ac:spMk id="6" creationId="{115E3593-7823-6F5A-F78E-BBEF51EA5A17}"/>
          </ac:spMkLst>
        </pc:spChg>
        <pc:spChg chg="add mod">
          <ac:chgData name="Marlena Van der ploeg" userId="fab3437876692798" providerId="LiveId" clId="{A6CA75FC-509B-4DF2-956A-B9EC73E69D81}" dt="2026-05-29T17:15:12.337" v="8847" actId="20577"/>
          <ac:spMkLst>
            <pc:docMk/>
            <pc:sldMk cId="3401107049" sldId="261"/>
            <ac:spMk id="7" creationId="{404EDBD0-600D-583C-B210-04669930F90A}"/>
          </ac:spMkLst>
        </pc:spChg>
        <pc:spChg chg="add mod">
          <ac:chgData name="Marlena Van der ploeg" userId="fab3437876692798" providerId="LiveId" clId="{A6CA75FC-509B-4DF2-956A-B9EC73E69D81}" dt="2026-05-29T17:15:15.728" v="8850" actId="20577"/>
          <ac:spMkLst>
            <pc:docMk/>
            <pc:sldMk cId="3401107049" sldId="261"/>
            <ac:spMk id="8" creationId="{B1D3DE06-6A94-4FF9-6637-3D7CBF21E05F}"/>
          </ac:spMkLst>
        </pc:spChg>
        <pc:spChg chg="add mod">
          <ac:chgData name="Marlena Van der ploeg" userId="fab3437876692798" providerId="LiveId" clId="{A6CA75FC-509B-4DF2-956A-B9EC73E69D81}" dt="2026-05-29T17:15:19.145" v="8853" actId="20577"/>
          <ac:spMkLst>
            <pc:docMk/>
            <pc:sldMk cId="3401107049" sldId="261"/>
            <ac:spMk id="9" creationId="{C43C2E02-ED93-3422-1276-6C834FB0A3FA}"/>
          </ac:spMkLst>
        </pc:spChg>
        <pc:spChg chg="add mod">
          <ac:chgData name="Marlena Van der ploeg" userId="fab3437876692798" providerId="LiveId" clId="{A6CA75FC-509B-4DF2-956A-B9EC73E69D81}" dt="2026-05-29T10:39:34.894" v="325" actId="1076"/>
          <ac:spMkLst>
            <pc:docMk/>
            <pc:sldMk cId="3401107049" sldId="261"/>
            <ac:spMk id="27" creationId="{30816DAB-6B95-B9C2-53AD-DD42E2E49178}"/>
          </ac:spMkLst>
        </pc:spChg>
        <pc:spChg chg="add mod">
          <ac:chgData name="Marlena Van der ploeg" userId="fab3437876692798" providerId="LiveId" clId="{A6CA75FC-509B-4DF2-956A-B9EC73E69D81}" dt="2026-05-29T10:39:38.795" v="326" actId="1076"/>
          <ac:spMkLst>
            <pc:docMk/>
            <pc:sldMk cId="3401107049" sldId="261"/>
            <ac:spMk id="28" creationId="{5D8EC6BB-ACF8-0A00-1E79-39D07831D7CF}"/>
          </ac:spMkLst>
        </pc:spChg>
        <pc:spChg chg="add mod">
          <ac:chgData name="Marlena Van der ploeg" userId="fab3437876692798" providerId="LiveId" clId="{A6CA75FC-509B-4DF2-956A-B9EC73E69D81}" dt="2026-05-29T10:39:14.392" v="317" actId="1076"/>
          <ac:spMkLst>
            <pc:docMk/>
            <pc:sldMk cId="3401107049" sldId="261"/>
            <ac:spMk id="29" creationId="{FBA80517-6A29-6589-FF05-ED10BD72A469}"/>
          </ac:spMkLst>
        </pc:spChg>
        <pc:spChg chg="add mod modVis">
          <ac:chgData name="Marlena Van der ploeg" userId="fab3437876692798" providerId="LiveId" clId="{A6CA75FC-509B-4DF2-956A-B9EC73E69D81}" dt="2026-05-29T13:26:50.090" v="8825" actId="14429"/>
          <ac:spMkLst>
            <pc:docMk/>
            <pc:sldMk cId="3401107049" sldId="261"/>
            <ac:spMk id="30" creationId="{2399CE70-415C-CB67-C6EB-5425EE4FD29F}"/>
          </ac:spMkLst>
        </pc:spChg>
        <pc:spChg chg="add del mod">
          <ac:chgData name="Marlena Van der ploeg" userId="fab3437876692798" providerId="LiveId" clId="{A6CA75FC-509B-4DF2-956A-B9EC73E69D81}" dt="2026-05-29T10:47:36.340" v="560" actId="478"/>
          <ac:spMkLst>
            <pc:docMk/>
            <pc:sldMk cId="3401107049" sldId="261"/>
            <ac:spMk id="31" creationId="{E6BFDF16-80BD-78A1-21BA-38F26EC056A1}"/>
          </ac:spMkLst>
        </pc:spChg>
        <pc:graphicFrameChg chg="add del mod modGraphic">
          <ac:chgData name="Marlena Van der ploeg" userId="fab3437876692798" providerId="LiveId" clId="{A6CA75FC-509B-4DF2-956A-B9EC73E69D81}" dt="2026-05-29T10:33:13.753" v="133" actId="478"/>
          <ac:graphicFrameMkLst>
            <pc:docMk/>
            <pc:sldMk cId="3401107049" sldId="261"/>
            <ac:graphicFrameMk id="2" creationId="{49BD89E4-BB1E-0842-28F3-4546B0501D66}"/>
          </ac:graphicFrameMkLst>
        </pc:graphicFrameChg>
        <pc:graphicFrameChg chg="add del mod modGraphic">
          <ac:chgData name="Marlena Van der ploeg" userId="fab3437876692798" providerId="LiveId" clId="{A6CA75FC-509B-4DF2-956A-B9EC73E69D81}" dt="2026-05-29T10:32:33.791" v="112" actId="478"/>
          <ac:graphicFrameMkLst>
            <pc:docMk/>
            <pc:sldMk cId="3401107049" sldId="261"/>
            <ac:graphicFrameMk id="3" creationId="{E08D5487-6E1B-C60F-9A4F-1EAA3E986E60}"/>
          </ac:graphicFrameMkLst>
        </pc:graphicFrameChg>
        <pc:picChg chg="add del mod">
          <ac:chgData name="Marlena Van der ploeg" userId="fab3437876692798" providerId="LiveId" clId="{A6CA75FC-509B-4DF2-956A-B9EC73E69D81}" dt="2026-05-30T13:19:18.424" v="9074" actId="478"/>
          <ac:picMkLst>
            <pc:docMk/>
            <pc:sldMk cId="3401107049" sldId="261"/>
            <ac:picMk id="26" creationId="{BC97B001-FDC7-1ECC-DBA6-F6C3A5D2C58E}"/>
          </ac:picMkLst>
        </pc:picChg>
        <pc:cxnChg chg="add mod">
          <ac:chgData name="Marlena Van der ploeg" userId="fab3437876692798" providerId="LiveId" clId="{A6CA75FC-509B-4DF2-956A-B9EC73E69D81}" dt="2026-05-29T10:36:03.647" v="272" actId="208"/>
          <ac:cxnSpMkLst>
            <pc:docMk/>
            <pc:sldMk cId="3401107049" sldId="261"/>
            <ac:cxnSpMk id="11" creationId="{369157C8-D81B-45A2-BF61-F1096DE18635}"/>
          </ac:cxnSpMkLst>
        </pc:cxnChg>
        <pc:cxnChg chg="add mod">
          <ac:chgData name="Marlena Van der ploeg" userId="fab3437876692798" providerId="LiveId" clId="{A6CA75FC-509B-4DF2-956A-B9EC73E69D81}" dt="2026-05-29T10:36:14.114" v="274" actId="208"/>
          <ac:cxnSpMkLst>
            <pc:docMk/>
            <pc:sldMk cId="3401107049" sldId="261"/>
            <ac:cxnSpMk id="13" creationId="{5E2649B4-88CF-ADFD-AC73-1C86405EBFA2}"/>
          </ac:cxnSpMkLst>
        </pc:cxnChg>
        <pc:cxnChg chg="add mod">
          <ac:chgData name="Marlena Van der ploeg" userId="fab3437876692798" providerId="LiveId" clId="{A6CA75FC-509B-4DF2-956A-B9EC73E69D81}" dt="2026-05-29T10:36:22.418" v="276" actId="208"/>
          <ac:cxnSpMkLst>
            <pc:docMk/>
            <pc:sldMk cId="3401107049" sldId="261"/>
            <ac:cxnSpMk id="15" creationId="{5F109808-A431-FE54-0953-54FBF1742385}"/>
          </ac:cxnSpMkLst>
        </pc:cxnChg>
        <pc:cxnChg chg="add mod">
          <ac:chgData name="Marlena Van der ploeg" userId="fab3437876692798" providerId="LiveId" clId="{A6CA75FC-509B-4DF2-956A-B9EC73E69D81}" dt="2026-05-29T10:36:29.942" v="278" actId="208"/>
          <ac:cxnSpMkLst>
            <pc:docMk/>
            <pc:sldMk cId="3401107049" sldId="261"/>
            <ac:cxnSpMk id="17" creationId="{E9943146-6994-953B-B86E-423038B18D80}"/>
          </ac:cxnSpMkLst>
        </pc:cxnChg>
        <pc:cxnChg chg="add del mod">
          <ac:chgData name="Marlena Van der ploeg" userId="fab3437876692798" providerId="LiveId" clId="{A6CA75FC-509B-4DF2-956A-B9EC73E69D81}" dt="2026-05-29T10:37:05.211" v="283" actId="478"/>
          <ac:cxnSpMkLst>
            <pc:docMk/>
            <pc:sldMk cId="3401107049" sldId="261"/>
            <ac:cxnSpMk id="19" creationId="{9587C886-C6C6-25BC-B503-649DD90C2544}"/>
          </ac:cxnSpMkLst>
        </pc:cxnChg>
        <pc:cxnChg chg="add mod">
          <ac:chgData name="Marlena Van der ploeg" userId="fab3437876692798" providerId="LiveId" clId="{A6CA75FC-509B-4DF2-956A-B9EC73E69D81}" dt="2026-05-29T10:37:16.681" v="285" actId="208"/>
          <ac:cxnSpMkLst>
            <pc:docMk/>
            <pc:sldMk cId="3401107049" sldId="261"/>
            <ac:cxnSpMk id="24" creationId="{8FF905C8-61E4-C742-B220-7D1961C7E04A}"/>
          </ac:cxnSpMkLst>
        </pc:cxnChg>
      </pc:sldChg>
      <pc:sldChg chg="addSp delSp modSp new mod">
        <pc:chgData name="Marlena Van der ploeg" userId="fab3437876692798" providerId="LiveId" clId="{A6CA75FC-509B-4DF2-956A-B9EC73E69D81}" dt="2026-05-30T13:11:29.898" v="9073" actId="12"/>
        <pc:sldMkLst>
          <pc:docMk/>
          <pc:sldMk cId="784695722" sldId="262"/>
        </pc:sldMkLst>
        <pc:spChg chg="add del mod">
          <ac:chgData name="Marlena Van der ploeg" userId="fab3437876692798" providerId="LiveId" clId="{A6CA75FC-509B-4DF2-956A-B9EC73E69D81}" dt="2026-05-29T10:52:45.217" v="829" actId="478"/>
          <ac:spMkLst>
            <pc:docMk/>
            <pc:sldMk cId="784695722" sldId="262"/>
            <ac:spMk id="2" creationId="{52252C4C-4B66-0884-0E01-8A2167FC46C4}"/>
          </ac:spMkLst>
        </pc:spChg>
        <pc:spChg chg="add mod">
          <ac:chgData name="Marlena Van der ploeg" userId="fab3437876692798" providerId="LiveId" clId="{A6CA75FC-509B-4DF2-956A-B9EC73E69D81}" dt="2026-05-30T13:11:29.898" v="9073" actId="12"/>
          <ac:spMkLst>
            <pc:docMk/>
            <pc:sldMk cId="784695722" sldId="262"/>
            <ac:spMk id="3" creationId="{16A285E8-2C7D-9FF6-2ADF-2B68A7298BB3}"/>
          </ac:spMkLst>
        </pc:spChg>
      </pc:sldChg>
      <pc:sldChg chg="addSp delSp modSp new mod">
        <pc:chgData name="Marlena Van der ploeg" userId="fab3437876692798" providerId="LiveId" clId="{A6CA75FC-509B-4DF2-956A-B9EC73E69D81}" dt="2026-05-29T11:33:10.147" v="2983" actId="20577"/>
        <pc:sldMkLst>
          <pc:docMk/>
          <pc:sldMk cId="1984902969" sldId="263"/>
        </pc:sldMkLst>
        <pc:spChg chg="add del mod">
          <ac:chgData name="Marlena Van der ploeg" userId="fab3437876692798" providerId="LiveId" clId="{A6CA75FC-509B-4DF2-956A-B9EC73E69D81}" dt="2026-05-29T11:04:55.863" v="1570"/>
          <ac:spMkLst>
            <pc:docMk/>
            <pc:sldMk cId="1984902969" sldId="263"/>
            <ac:spMk id="3" creationId="{9EC07772-9D5E-CCEA-E527-F205F7383012}"/>
          </ac:spMkLst>
        </pc:spChg>
        <pc:spChg chg="add mod">
          <ac:chgData name="Marlena Van der ploeg" userId="fab3437876692798" providerId="LiveId" clId="{A6CA75FC-509B-4DF2-956A-B9EC73E69D81}" dt="2026-05-29T11:33:10.147" v="2983" actId="20577"/>
          <ac:spMkLst>
            <pc:docMk/>
            <pc:sldMk cId="1984902969" sldId="263"/>
            <ac:spMk id="6" creationId="{2256632E-585E-1EB7-71B0-90C7875C3141}"/>
          </ac:spMkLst>
        </pc:spChg>
        <pc:spChg chg="add mod">
          <ac:chgData name="Marlena Van der ploeg" userId="fab3437876692798" providerId="LiveId" clId="{A6CA75FC-509B-4DF2-956A-B9EC73E69D81}" dt="2026-05-29T11:27:57.176" v="2780" actId="1076"/>
          <ac:spMkLst>
            <pc:docMk/>
            <pc:sldMk cId="1984902969" sldId="263"/>
            <ac:spMk id="9" creationId="{D0CC09FD-940A-DBC2-6C24-95C31893DE73}"/>
          </ac:spMkLst>
        </pc:spChg>
        <pc:graphicFrameChg chg="add mod modGraphic">
          <ac:chgData name="Marlena Van der ploeg" userId="fab3437876692798" providerId="LiveId" clId="{A6CA75FC-509B-4DF2-956A-B9EC73E69D81}" dt="2026-05-29T11:20:45.589" v="2041" actId="1076"/>
          <ac:graphicFrameMkLst>
            <pc:docMk/>
            <pc:sldMk cId="1984902969" sldId="263"/>
            <ac:graphicFrameMk id="2" creationId="{5E182141-4C7C-BDAC-A66D-818DAA9176ED}"/>
          </ac:graphicFrameMkLst>
        </pc:graphicFrameChg>
        <pc:picChg chg="add del">
          <ac:chgData name="Marlena Van der ploeg" userId="fab3437876692798" providerId="LiveId" clId="{A6CA75FC-509B-4DF2-956A-B9EC73E69D81}" dt="2026-05-29T11:15:14.891" v="1932" actId="22"/>
          <ac:picMkLst>
            <pc:docMk/>
            <pc:sldMk cId="1984902969" sldId="263"/>
            <ac:picMk id="5" creationId="{80CF3E0E-473E-D7E1-F11A-99E501F170AC}"/>
          </ac:picMkLst>
        </pc:picChg>
        <pc:cxnChg chg="add">
          <ac:chgData name="Marlena Van der ploeg" userId="fab3437876692798" providerId="LiveId" clId="{A6CA75FC-509B-4DF2-956A-B9EC73E69D81}" dt="2026-05-29T11:27:46.557" v="2763" actId="11529"/>
          <ac:cxnSpMkLst>
            <pc:docMk/>
            <pc:sldMk cId="1984902969" sldId="263"/>
            <ac:cxnSpMk id="8" creationId="{F83FE22F-E445-5FD1-9251-08C5E857F1A6}"/>
          </ac:cxnSpMkLst>
        </pc:cxnChg>
      </pc:sldChg>
      <pc:sldChg chg="addSp modSp new mod">
        <pc:chgData name="Marlena Van der ploeg" userId="fab3437876692798" providerId="LiveId" clId="{A6CA75FC-509B-4DF2-956A-B9EC73E69D81}" dt="2026-05-30T12:18:56.828" v="8872" actId="20577"/>
        <pc:sldMkLst>
          <pc:docMk/>
          <pc:sldMk cId="2248047726" sldId="264"/>
        </pc:sldMkLst>
        <pc:spChg chg="add mod">
          <ac:chgData name="Marlena Van der ploeg" userId="fab3437876692798" providerId="LiveId" clId="{A6CA75FC-509B-4DF2-956A-B9EC73E69D81}" dt="2026-05-30T12:18:56.828" v="8872" actId="20577"/>
          <ac:spMkLst>
            <pc:docMk/>
            <pc:sldMk cId="2248047726" sldId="264"/>
            <ac:spMk id="2" creationId="{558E9CC3-B37C-64EE-28D1-EE4BDBC73323}"/>
          </ac:spMkLst>
        </pc:spChg>
      </pc:sldChg>
      <pc:sldChg chg="addSp modSp new mod">
        <pc:chgData name="Marlena Van der ploeg" userId="fab3437876692798" providerId="LiveId" clId="{A6CA75FC-509B-4DF2-956A-B9EC73E69D81}" dt="2026-05-30T12:25:29.760" v="8956" actId="20577"/>
        <pc:sldMkLst>
          <pc:docMk/>
          <pc:sldMk cId="3997255510" sldId="265"/>
        </pc:sldMkLst>
        <pc:spChg chg="add mod">
          <ac:chgData name="Marlena Van der ploeg" userId="fab3437876692798" providerId="LiveId" clId="{A6CA75FC-509B-4DF2-956A-B9EC73E69D81}" dt="2026-05-29T11:57:56.251" v="3230" actId="20577"/>
          <ac:spMkLst>
            <pc:docMk/>
            <pc:sldMk cId="3997255510" sldId="265"/>
            <ac:spMk id="2" creationId="{DE7E9B18-CEFE-E461-1446-5C6B99F2408E}"/>
          </ac:spMkLst>
        </pc:spChg>
        <pc:spChg chg="add mod">
          <ac:chgData name="Marlena Van der ploeg" userId="fab3437876692798" providerId="LiveId" clId="{A6CA75FC-509B-4DF2-956A-B9EC73E69D81}" dt="2026-05-30T12:25:29.760" v="8956" actId="20577"/>
          <ac:spMkLst>
            <pc:docMk/>
            <pc:sldMk cId="3997255510" sldId="265"/>
            <ac:spMk id="3" creationId="{3480D40A-9598-26D0-047D-B7FD01915CD5}"/>
          </ac:spMkLst>
        </pc:spChg>
      </pc:sldChg>
      <pc:sldChg chg="addSp modSp new mod">
        <pc:chgData name="Marlena Van der ploeg" userId="fab3437876692798" providerId="LiveId" clId="{A6CA75FC-509B-4DF2-956A-B9EC73E69D81}" dt="2026-05-30T13:09:28.642" v="9003" actId="20577"/>
        <pc:sldMkLst>
          <pc:docMk/>
          <pc:sldMk cId="1580305513" sldId="266"/>
        </pc:sldMkLst>
        <pc:spChg chg="add mod">
          <ac:chgData name="Marlena Van der ploeg" userId="fab3437876692798" providerId="LiveId" clId="{A6CA75FC-509B-4DF2-956A-B9EC73E69D81}" dt="2026-05-29T11:30:26.638" v="2897" actId="1076"/>
          <ac:spMkLst>
            <pc:docMk/>
            <pc:sldMk cId="1580305513" sldId="266"/>
            <ac:spMk id="2" creationId="{3E2C45EB-94B0-C25F-E319-4794248457EB}"/>
          </ac:spMkLst>
        </pc:spChg>
        <pc:spChg chg="add mod">
          <ac:chgData name="Marlena Van der ploeg" userId="fab3437876692798" providerId="LiveId" clId="{A6CA75FC-509B-4DF2-956A-B9EC73E69D81}" dt="2026-05-29T12:10:28.805" v="4058" actId="1076"/>
          <ac:spMkLst>
            <pc:docMk/>
            <pc:sldMk cId="1580305513" sldId="266"/>
            <ac:spMk id="3" creationId="{F4E51618-A294-580C-0ED7-A971CFAFA6AF}"/>
          </ac:spMkLst>
        </pc:spChg>
        <pc:spChg chg="add mod">
          <ac:chgData name="Marlena Van der ploeg" userId="fab3437876692798" providerId="LiveId" clId="{A6CA75FC-509B-4DF2-956A-B9EC73E69D81}" dt="2026-05-30T13:09:28.642" v="9003" actId="20577"/>
          <ac:spMkLst>
            <pc:docMk/>
            <pc:sldMk cId="1580305513" sldId="266"/>
            <ac:spMk id="5" creationId="{7B8E9098-BECB-B8C1-5B75-5ECBDF26140B}"/>
          </ac:spMkLst>
        </pc:spChg>
      </pc:sldChg>
      <pc:sldChg chg="addSp modSp new mod">
        <pc:chgData name="Marlena Van der ploeg" userId="fab3437876692798" providerId="LiveId" clId="{A6CA75FC-509B-4DF2-956A-B9EC73E69D81}" dt="2026-05-29T12:06:59.014" v="3832" actId="1076"/>
        <pc:sldMkLst>
          <pc:docMk/>
          <pc:sldMk cId="1247660369" sldId="267"/>
        </pc:sldMkLst>
        <pc:spChg chg="add mod">
          <ac:chgData name="Marlena Van der ploeg" userId="fab3437876692798" providerId="LiveId" clId="{A6CA75FC-509B-4DF2-956A-B9EC73E69D81}" dt="2026-05-29T12:00:39.859" v="3472" actId="20577"/>
          <ac:spMkLst>
            <pc:docMk/>
            <pc:sldMk cId="1247660369" sldId="267"/>
            <ac:spMk id="2" creationId="{21C1C643-2EAA-0374-ECBD-1EDCC5413374}"/>
          </ac:spMkLst>
        </pc:spChg>
        <pc:spChg chg="add mod">
          <ac:chgData name="Marlena Van der ploeg" userId="fab3437876692798" providerId="LiveId" clId="{A6CA75FC-509B-4DF2-956A-B9EC73E69D81}" dt="2026-05-29T12:06:59.014" v="3832" actId="1076"/>
          <ac:spMkLst>
            <pc:docMk/>
            <pc:sldMk cId="1247660369" sldId="267"/>
            <ac:spMk id="3" creationId="{93E5FC5C-C3F5-5362-E5B1-80512F9DB56B}"/>
          </ac:spMkLst>
        </pc:spChg>
      </pc:sldChg>
      <pc:sldChg chg="addSp modSp new mod modClrScheme chgLayout">
        <pc:chgData name="Marlena Van der ploeg" userId="fab3437876692798" providerId="LiveId" clId="{A6CA75FC-509B-4DF2-956A-B9EC73E69D81}" dt="2026-05-29T12:06:47.897" v="3831" actId="1076"/>
        <pc:sldMkLst>
          <pc:docMk/>
          <pc:sldMk cId="406407384" sldId="268"/>
        </pc:sldMkLst>
        <pc:spChg chg="add mod">
          <ac:chgData name="Marlena Van der ploeg" userId="fab3437876692798" providerId="LiveId" clId="{A6CA75FC-509B-4DF2-956A-B9EC73E69D81}" dt="2026-05-29T12:06:37.367" v="3829" actId="5793"/>
          <ac:spMkLst>
            <pc:docMk/>
            <pc:sldMk cId="406407384" sldId="268"/>
            <ac:spMk id="2" creationId="{F9D13CF8-A1DD-3FC7-A80B-D4E1177B81E3}"/>
          </ac:spMkLst>
        </pc:spChg>
        <pc:spChg chg="add mod">
          <ac:chgData name="Marlena Van der ploeg" userId="fab3437876692798" providerId="LiveId" clId="{A6CA75FC-509B-4DF2-956A-B9EC73E69D81}" dt="2026-05-29T12:06:47.897" v="3831" actId="1076"/>
          <ac:spMkLst>
            <pc:docMk/>
            <pc:sldMk cId="406407384" sldId="268"/>
            <ac:spMk id="4" creationId="{EA520804-0FA2-C297-562B-00644295018B}"/>
          </ac:spMkLst>
        </pc:spChg>
      </pc:sldChg>
      <pc:sldChg chg="addSp delSp modSp new mod ord">
        <pc:chgData name="Marlena Van der ploeg" userId="fab3437876692798" providerId="LiveId" clId="{A6CA75FC-509B-4DF2-956A-B9EC73E69D81}" dt="2026-05-29T17:14:56.075" v="8835"/>
        <pc:sldMkLst>
          <pc:docMk/>
          <pc:sldMk cId="1915878821" sldId="269"/>
        </pc:sldMkLst>
        <pc:spChg chg="add mod">
          <ac:chgData name="Marlena Van der ploeg" userId="fab3437876692798" providerId="LiveId" clId="{A6CA75FC-509B-4DF2-956A-B9EC73E69D81}" dt="2026-05-29T12:18:26.182" v="4813" actId="1076"/>
          <ac:spMkLst>
            <pc:docMk/>
            <pc:sldMk cId="1915878821" sldId="269"/>
            <ac:spMk id="2" creationId="{F41C9574-2285-2C28-2618-7501995F88A6}"/>
          </ac:spMkLst>
        </pc:spChg>
        <pc:spChg chg="add mod">
          <ac:chgData name="Marlena Van der ploeg" userId="fab3437876692798" providerId="LiveId" clId="{A6CA75FC-509B-4DF2-956A-B9EC73E69D81}" dt="2026-05-29T17:11:05.014" v="8829" actId="5793"/>
          <ac:spMkLst>
            <pc:docMk/>
            <pc:sldMk cId="1915878821" sldId="269"/>
            <ac:spMk id="3" creationId="{04394028-8B94-C604-23DA-AC01D2393883}"/>
          </ac:spMkLst>
        </pc:spChg>
        <pc:spChg chg="add del mod">
          <ac:chgData name="Marlena Van der ploeg" userId="fab3437876692798" providerId="LiveId" clId="{A6CA75FC-509B-4DF2-956A-B9EC73E69D81}" dt="2026-05-29T17:14:56.075" v="8835"/>
          <ac:spMkLst>
            <pc:docMk/>
            <pc:sldMk cId="1915878821" sldId="269"/>
            <ac:spMk id="4" creationId="{8CE5DE5B-B8ED-18A6-5C83-C9C9FBF51146}"/>
          </ac:spMkLst>
        </pc:spChg>
        <pc:picChg chg="add del mod">
          <ac:chgData name="Marlena Van der ploeg" userId="fab3437876692798" providerId="LiveId" clId="{A6CA75FC-509B-4DF2-956A-B9EC73E69D81}" dt="2026-05-29T17:14:56.072" v="8833" actId="478"/>
          <ac:picMkLst>
            <pc:docMk/>
            <pc:sldMk cId="1915878821" sldId="269"/>
            <ac:picMk id="6" creationId="{92CD6076-3950-623F-5C3C-0AB26DCB774C}"/>
          </ac:picMkLst>
        </pc:picChg>
      </pc:sldChg>
      <pc:sldChg chg="addSp delSp modSp new mod">
        <pc:chgData name="Marlena Van der ploeg" userId="fab3437876692798" providerId="LiveId" clId="{A6CA75FC-509B-4DF2-956A-B9EC73E69D81}" dt="2026-05-29T12:34:03.091" v="6010" actId="20577"/>
        <pc:sldMkLst>
          <pc:docMk/>
          <pc:sldMk cId="665212658" sldId="270"/>
        </pc:sldMkLst>
        <pc:spChg chg="add del mod">
          <ac:chgData name="Marlena Van der ploeg" userId="fab3437876692798" providerId="LiveId" clId="{A6CA75FC-509B-4DF2-956A-B9EC73E69D81}" dt="2026-05-29T12:18:46.353" v="4819"/>
          <ac:spMkLst>
            <pc:docMk/>
            <pc:sldMk cId="665212658" sldId="270"/>
            <ac:spMk id="2" creationId="{8B1B4EDE-4D9D-EAD0-3CED-2D1E63156ECB}"/>
          </ac:spMkLst>
        </pc:spChg>
        <pc:spChg chg="add mod">
          <ac:chgData name="Marlena Van der ploeg" userId="fab3437876692798" providerId="LiveId" clId="{A6CA75FC-509B-4DF2-956A-B9EC73E69D81}" dt="2026-05-29T12:18:57.564" v="4846" actId="20577"/>
          <ac:spMkLst>
            <pc:docMk/>
            <pc:sldMk cId="665212658" sldId="270"/>
            <ac:spMk id="3" creationId="{D806C98A-2608-51C7-9BC0-97418643A17F}"/>
          </ac:spMkLst>
        </pc:spChg>
        <pc:spChg chg="add mod">
          <ac:chgData name="Marlena Van der ploeg" userId="fab3437876692798" providerId="LiveId" clId="{A6CA75FC-509B-4DF2-956A-B9EC73E69D81}" dt="2026-05-29T12:34:03.091" v="6010" actId="20577"/>
          <ac:spMkLst>
            <pc:docMk/>
            <pc:sldMk cId="665212658" sldId="270"/>
            <ac:spMk id="4" creationId="{7FBF4EA4-2EC7-2F36-0CA8-836E5C9A7E1C}"/>
          </ac:spMkLst>
        </pc:spChg>
      </pc:sldChg>
      <pc:sldChg chg="addSp modSp new mod">
        <pc:chgData name="Marlena Van der ploeg" userId="fab3437876692798" providerId="LiveId" clId="{A6CA75FC-509B-4DF2-956A-B9EC73E69D81}" dt="2026-05-29T12:43:14.696" v="6534" actId="1076"/>
        <pc:sldMkLst>
          <pc:docMk/>
          <pc:sldMk cId="808008669" sldId="271"/>
        </pc:sldMkLst>
        <pc:spChg chg="add mod">
          <ac:chgData name="Marlena Van der ploeg" userId="fab3437876692798" providerId="LiveId" clId="{A6CA75FC-509B-4DF2-956A-B9EC73E69D81}" dt="2026-05-29T12:19:14.638" v="4899" actId="1076"/>
          <ac:spMkLst>
            <pc:docMk/>
            <pc:sldMk cId="808008669" sldId="271"/>
            <ac:spMk id="2" creationId="{2EB19045-23DE-5720-8CCE-747646C552EF}"/>
          </ac:spMkLst>
        </pc:spChg>
        <pc:spChg chg="add mod">
          <ac:chgData name="Marlena Van der ploeg" userId="fab3437876692798" providerId="LiveId" clId="{A6CA75FC-509B-4DF2-956A-B9EC73E69D81}" dt="2026-05-29T12:43:08.322" v="6532" actId="1076"/>
          <ac:spMkLst>
            <pc:docMk/>
            <pc:sldMk cId="808008669" sldId="271"/>
            <ac:spMk id="3" creationId="{4A2DB8B7-C418-BEF1-0F9D-58C54EEC4085}"/>
          </ac:spMkLst>
        </pc:spChg>
        <pc:graphicFrameChg chg="add mod modGraphic">
          <ac:chgData name="Marlena Van der ploeg" userId="fab3437876692798" providerId="LiveId" clId="{A6CA75FC-509B-4DF2-956A-B9EC73E69D81}" dt="2026-05-29T12:43:14.696" v="6534" actId="1076"/>
          <ac:graphicFrameMkLst>
            <pc:docMk/>
            <pc:sldMk cId="808008669" sldId="271"/>
            <ac:graphicFrameMk id="4" creationId="{A05B1A90-1ACA-3DDB-FF4F-2FE3E3AD8D6E}"/>
          </ac:graphicFrameMkLst>
        </pc:graphicFrameChg>
      </pc:sldChg>
      <pc:sldChg chg="addSp modSp new mod">
        <pc:chgData name="Marlena Van der ploeg" userId="fab3437876692798" providerId="LiveId" clId="{A6CA75FC-509B-4DF2-956A-B9EC73E69D81}" dt="2026-05-29T17:41:35.025" v="8856" actId="20577"/>
        <pc:sldMkLst>
          <pc:docMk/>
          <pc:sldMk cId="306400124" sldId="272"/>
        </pc:sldMkLst>
        <pc:spChg chg="add mod">
          <ac:chgData name="Marlena Van der ploeg" userId="fab3437876692798" providerId="LiveId" clId="{A6CA75FC-509B-4DF2-956A-B9EC73E69D81}" dt="2026-05-29T12:19:29.641" v="4935" actId="1076"/>
          <ac:spMkLst>
            <pc:docMk/>
            <pc:sldMk cId="306400124" sldId="272"/>
            <ac:spMk id="2" creationId="{D989DE8C-03BA-EF3B-0E02-CC0C8C8E47E9}"/>
          </ac:spMkLst>
        </pc:spChg>
        <pc:spChg chg="add mod">
          <ac:chgData name="Marlena Van der ploeg" userId="fab3437876692798" providerId="LiveId" clId="{A6CA75FC-509B-4DF2-956A-B9EC73E69D81}" dt="2026-05-29T17:41:35.025" v="8856" actId="20577"/>
          <ac:spMkLst>
            <pc:docMk/>
            <pc:sldMk cId="306400124" sldId="272"/>
            <ac:spMk id="3" creationId="{28254672-66F8-B0C5-F37F-2DF63747BF7F}"/>
          </ac:spMkLst>
        </pc:spChg>
      </pc:sldChg>
      <pc:sldChg chg="addSp modSp new mod">
        <pc:chgData name="Marlena Van der ploeg" userId="fab3437876692798" providerId="LiveId" clId="{A6CA75FC-509B-4DF2-956A-B9EC73E69D81}" dt="2026-05-29T13:00:48.434" v="7345" actId="20577"/>
        <pc:sldMkLst>
          <pc:docMk/>
          <pc:sldMk cId="880001054" sldId="273"/>
        </pc:sldMkLst>
        <pc:spChg chg="add mod">
          <ac:chgData name="Marlena Van der ploeg" userId="fab3437876692798" providerId="LiveId" clId="{A6CA75FC-509B-4DF2-956A-B9EC73E69D81}" dt="2026-05-29T12:53:53.856" v="6746" actId="1076"/>
          <ac:spMkLst>
            <pc:docMk/>
            <pc:sldMk cId="880001054" sldId="273"/>
            <ac:spMk id="2" creationId="{05FF61DF-CF8F-85A8-9E75-220244860AA6}"/>
          </ac:spMkLst>
        </pc:spChg>
        <pc:spChg chg="add mod">
          <ac:chgData name="Marlena Van der ploeg" userId="fab3437876692798" providerId="LiveId" clId="{A6CA75FC-509B-4DF2-956A-B9EC73E69D81}" dt="2026-05-29T13:00:48.434" v="7345" actId="20577"/>
          <ac:spMkLst>
            <pc:docMk/>
            <pc:sldMk cId="880001054" sldId="273"/>
            <ac:spMk id="3" creationId="{B3EE8E8C-473F-F438-E005-F0B8A2F0BC90}"/>
          </ac:spMkLst>
        </pc:spChg>
      </pc:sldChg>
      <pc:sldChg chg="addSp modSp new mod">
        <pc:chgData name="Marlena Van der ploeg" userId="fab3437876692798" providerId="LiveId" clId="{A6CA75FC-509B-4DF2-956A-B9EC73E69D81}" dt="2026-05-29T13:20:02.215" v="8820" actId="404"/>
        <pc:sldMkLst>
          <pc:docMk/>
          <pc:sldMk cId="2758328654" sldId="274"/>
        </pc:sldMkLst>
        <pc:spChg chg="add mod">
          <ac:chgData name="Marlena Van der ploeg" userId="fab3437876692798" providerId="LiveId" clId="{A6CA75FC-509B-4DF2-956A-B9EC73E69D81}" dt="2026-05-29T13:20:02.215" v="8820" actId="404"/>
          <ac:spMkLst>
            <pc:docMk/>
            <pc:sldMk cId="2758328654" sldId="274"/>
            <ac:spMk id="2" creationId="{A205F8B6-A6C4-0A36-081E-22E94F46A4FE}"/>
          </ac:spMkLst>
        </pc:spChg>
      </pc:sldChg>
      <pc:sldChg chg="addSp delSp modSp new mod">
        <pc:chgData name="Marlena Van der ploeg" userId="fab3437876692798" providerId="LiveId" clId="{A6CA75FC-509B-4DF2-956A-B9EC73E69D81}" dt="2026-05-30T13:37:55.945" v="9080"/>
        <pc:sldMkLst>
          <pc:docMk/>
          <pc:sldMk cId="947684203" sldId="275"/>
        </pc:sldMkLst>
        <pc:spChg chg="del">
          <ac:chgData name="Marlena Van der ploeg" userId="fab3437876692798" providerId="LiveId" clId="{A6CA75FC-509B-4DF2-956A-B9EC73E69D81}" dt="2026-05-30T13:37:54.818" v="9079" actId="478"/>
          <ac:spMkLst>
            <pc:docMk/>
            <pc:sldMk cId="947684203" sldId="275"/>
            <ac:spMk id="2" creationId="{0996D05B-C2BA-0540-D76A-8B61045045CB}"/>
          </ac:spMkLst>
        </pc:spChg>
        <pc:spChg chg="add del">
          <ac:chgData name="Marlena Van der ploeg" userId="fab3437876692798" providerId="LiveId" clId="{A6CA75FC-509B-4DF2-956A-B9EC73E69D81}" dt="2026-05-30T13:37:52.174" v="9078" actId="478"/>
          <ac:spMkLst>
            <pc:docMk/>
            <pc:sldMk cId="947684203" sldId="275"/>
            <ac:spMk id="3" creationId="{ED686F7F-2E7C-9B26-E04D-2D3D29DDECC0}"/>
          </ac:spMkLst>
        </pc:spChg>
        <pc:picChg chg="add mod">
          <ac:chgData name="Marlena Van der ploeg" userId="fab3437876692798" providerId="LiveId" clId="{A6CA75FC-509B-4DF2-956A-B9EC73E69D81}" dt="2026-05-30T13:37:49.506" v="9077"/>
          <ac:picMkLst>
            <pc:docMk/>
            <pc:sldMk cId="947684203" sldId="275"/>
            <ac:picMk id="4" creationId="{F6B77317-F6D3-CC85-E47D-0E2D035E5CCA}"/>
          </ac:picMkLst>
        </pc:picChg>
        <pc:picChg chg="add mod">
          <ac:chgData name="Marlena Van der ploeg" userId="fab3437876692798" providerId="LiveId" clId="{A6CA75FC-509B-4DF2-956A-B9EC73E69D81}" dt="2026-05-30T13:37:55.945" v="9080"/>
          <ac:picMkLst>
            <pc:docMk/>
            <pc:sldMk cId="947684203" sldId="275"/>
            <ac:picMk id="5" creationId="{6FA34BB9-5644-6E9A-FE2E-2192693E3293}"/>
          </ac:picMkLst>
        </pc:picChg>
      </pc:sldChg>
      <pc:sldChg chg="addSp delSp modSp new mod">
        <pc:chgData name="Marlena Van der ploeg" userId="fab3437876692798" providerId="LiveId" clId="{A6CA75FC-509B-4DF2-956A-B9EC73E69D81}" dt="2026-05-30T14:42:39.608" v="9489" actId="207"/>
        <pc:sldMkLst>
          <pc:docMk/>
          <pc:sldMk cId="4200519316" sldId="276"/>
        </pc:sldMkLst>
        <pc:spChg chg="add mod">
          <ac:chgData name="Marlena Van der ploeg" userId="fab3437876692798" providerId="LiveId" clId="{A6CA75FC-509B-4DF2-956A-B9EC73E69D81}" dt="2026-05-30T14:42:39.608" v="9489" actId="207"/>
          <ac:spMkLst>
            <pc:docMk/>
            <pc:sldMk cId="4200519316" sldId="276"/>
            <ac:spMk id="3" creationId="{7EA40F10-A189-26D1-0594-09E4AE37BABD}"/>
          </ac:spMkLst>
        </pc:spChg>
        <pc:spChg chg="add mod">
          <ac:chgData name="Marlena Van der ploeg" userId="fab3437876692798" providerId="LiveId" clId="{A6CA75FC-509B-4DF2-956A-B9EC73E69D81}" dt="2026-05-30T14:42:39.608" v="9489" actId="207"/>
          <ac:spMkLst>
            <pc:docMk/>
            <pc:sldMk cId="4200519316" sldId="276"/>
            <ac:spMk id="4" creationId="{24AF350F-20E0-3B65-AE93-8D5CD1ADDD56}"/>
          </ac:spMkLst>
        </pc:spChg>
        <pc:spChg chg="add mod">
          <ac:chgData name="Marlena Van der ploeg" userId="fab3437876692798" providerId="LiveId" clId="{A6CA75FC-509B-4DF2-956A-B9EC73E69D81}" dt="2026-05-30T14:42:39.608" v="9489" actId="207"/>
          <ac:spMkLst>
            <pc:docMk/>
            <pc:sldMk cId="4200519316" sldId="276"/>
            <ac:spMk id="5" creationId="{3FE53407-1DF1-52DA-A693-7C13EEF9972B}"/>
          </ac:spMkLst>
        </pc:spChg>
        <pc:spChg chg="add mod">
          <ac:chgData name="Marlena Van der ploeg" userId="fab3437876692798" providerId="LiveId" clId="{A6CA75FC-509B-4DF2-956A-B9EC73E69D81}" dt="2026-05-30T14:42:39.608" v="9489" actId="207"/>
          <ac:spMkLst>
            <pc:docMk/>
            <pc:sldMk cId="4200519316" sldId="276"/>
            <ac:spMk id="6" creationId="{D8CA3DA4-006B-BB44-A64A-94072E2F9253}"/>
          </ac:spMkLst>
        </pc:spChg>
        <pc:spChg chg="add del mod">
          <ac:chgData name="Marlena Van der ploeg" userId="fab3437876692798" providerId="LiveId" clId="{A6CA75FC-509B-4DF2-956A-B9EC73E69D81}" dt="2026-05-30T14:31:57.009" v="9450"/>
          <ac:spMkLst>
            <pc:docMk/>
            <pc:sldMk cId="4200519316" sldId="276"/>
            <ac:spMk id="7" creationId="{C32D3336-3181-D9E4-C424-A2469A838F24}"/>
          </ac:spMkLst>
        </pc:spChg>
        <pc:spChg chg="add mod">
          <ac:chgData name="Marlena Van der ploeg" userId="fab3437876692798" providerId="LiveId" clId="{A6CA75FC-509B-4DF2-956A-B9EC73E69D81}" dt="2026-05-30T14:42:39.608" v="9489" actId="207"/>
          <ac:spMkLst>
            <pc:docMk/>
            <pc:sldMk cId="4200519316" sldId="276"/>
            <ac:spMk id="8" creationId="{48DDF6F0-F383-76E8-A5C0-48A0E4496E04}"/>
          </ac:spMkLst>
        </pc:spChg>
        <pc:graphicFrameChg chg="add mod modGraphic">
          <ac:chgData name="Marlena Van der ploeg" userId="fab3437876692798" providerId="LiveId" clId="{A6CA75FC-509B-4DF2-956A-B9EC73E69D81}" dt="2026-05-30T14:42:39.608" v="9489" actId="207"/>
          <ac:graphicFrameMkLst>
            <pc:docMk/>
            <pc:sldMk cId="4200519316" sldId="276"/>
            <ac:graphicFrameMk id="2" creationId="{8F67CF5E-242A-ECC2-C856-FED69C4F307D}"/>
          </ac:graphicFrameMkLst>
        </pc:graphicFrameChg>
      </pc:sldChg>
      <pc:sldChg chg="delSp modSp add mod">
        <pc:chgData name="Marlena Van der ploeg" userId="fab3437876692798" providerId="LiveId" clId="{A6CA75FC-509B-4DF2-956A-B9EC73E69D81}" dt="2026-05-30T20:29:31.810" v="9494" actId="207"/>
        <pc:sldMkLst>
          <pc:docMk/>
          <pc:sldMk cId="1265505958" sldId="277"/>
        </pc:sldMkLst>
        <pc:spChg chg="del">
          <ac:chgData name="Marlena Van der ploeg" userId="fab3437876692798" providerId="LiveId" clId="{A6CA75FC-509B-4DF2-956A-B9EC73E69D81}" dt="2026-05-30T20:29:03.448" v="9492" actId="478"/>
          <ac:spMkLst>
            <pc:docMk/>
            <pc:sldMk cId="1265505958" sldId="277"/>
            <ac:spMk id="3" creationId="{7C3C1FA7-343C-D3D2-6FD6-763DBC956DFF}"/>
          </ac:spMkLst>
        </pc:spChg>
        <pc:spChg chg="mod">
          <ac:chgData name="Marlena Van der ploeg" userId="fab3437876692798" providerId="LiveId" clId="{A6CA75FC-509B-4DF2-956A-B9EC73E69D81}" dt="2026-05-30T20:29:31.810" v="9494" actId="207"/>
          <ac:spMkLst>
            <pc:docMk/>
            <pc:sldMk cId="1265505958" sldId="277"/>
            <ac:spMk id="7" creationId="{0EFA4D24-0CD6-AD94-62D9-2B4D8DAB9100}"/>
          </ac:spMkLst>
        </pc:spChg>
        <pc:spChg chg="mod">
          <ac:chgData name="Marlena Van der ploeg" userId="fab3437876692798" providerId="LiveId" clId="{A6CA75FC-509B-4DF2-956A-B9EC73E69D81}" dt="2026-05-30T20:29:31.810" v="9494" actId="207"/>
          <ac:spMkLst>
            <pc:docMk/>
            <pc:sldMk cId="1265505958" sldId="277"/>
            <ac:spMk id="21" creationId="{4E1CC35D-7193-DFC3-2E5C-44831B411673}"/>
          </ac:spMkLst>
        </pc:spChg>
        <pc:spChg chg="mod">
          <ac:chgData name="Marlena Van der ploeg" userId="fab3437876692798" providerId="LiveId" clId="{A6CA75FC-509B-4DF2-956A-B9EC73E69D81}" dt="2026-05-30T20:29:31.810" v="9494" actId="207"/>
          <ac:spMkLst>
            <pc:docMk/>
            <pc:sldMk cId="1265505958" sldId="277"/>
            <ac:spMk id="22" creationId="{4A4490A3-F788-04AE-31D7-FAF389A3F4B1}"/>
          </ac:spMkLst>
        </pc:spChg>
        <pc:spChg chg="mod">
          <ac:chgData name="Marlena Van der ploeg" userId="fab3437876692798" providerId="LiveId" clId="{A6CA75FC-509B-4DF2-956A-B9EC73E69D81}" dt="2026-05-30T20:29:31.810" v="9494" actId="207"/>
          <ac:spMkLst>
            <pc:docMk/>
            <pc:sldMk cId="1265505958" sldId="277"/>
            <ac:spMk id="23" creationId="{ED351BF3-1104-DA94-345A-52FC052F607C}"/>
          </ac:spMkLst>
        </pc:spChg>
        <pc:spChg chg="mod">
          <ac:chgData name="Marlena Van der ploeg" userId="fab3437876692798" providerId="LiveId" clId="{A6CA75FC-509B-4DF2-956A-B9EC73E69D81}" dt="2026-05-30T20:29:31.810" v="9494" actId="207"/>
          <ac:spMkLst>
            <pc:docMk/>
            <pc:sldMk cId="1265505958" sldId="277"/>
            <ac:spMk id="24" creationId="{927A5220-6453-B19A-49B0-0A70EED31646}"/>
          </ac:spMkLst>
        </pc:spChg>
        <pc:spChg chg="mod">
          <ac:chgData name="Marlena Van der ploeg" userId="fab3437876692798" providerId="LiveId" clId="{A6CA75FC-509B-4DF2-956A-B9EC73E69D81}" dt="2026-05-30T20:29:31.810" v="9494" actId="207"/>
          <ac:spMkLst>
            <pc:docMk/>
            <pc:sldMk cId="1265505958" sldId="277"/>
            <ac:spMk id="25" creationId="{DAF9A2A2-BD5C-07F5-3113-5D978AF723BB}"/>
          </ac:spMkLst>
        </pc:spChg>
        <pc:spChg chg="mod">
          <ac:chgData name="Marlena Van der ploeg" userId="fab3437876692798" providerId="LiveId" clId="{A6CA75FC-509B-4DF2-956A-B9EC73E69D81}" dt="2026-05-30T20:29:31.810" v="9494" actId="207"/>
          <ac:spMkLst>
            <pc:docMk/>
            <pc:sldMk cId="1265505958" sldId="277"/>
            <ac:spMk id="26" creationId="{8C0B4BDB-F50E-27E8-5454-710E21F83D0E}"/>
          </ac:spMkLst>
        </pc:spChg>
        <pc:spChg chg="mod">
          <ac:chgData name="Marlena Van der ploeg" userId="fab3437876692798" providerId="LiveId" clId="{A6CA75FC-509B-4DF2-956A-B9EC73E69D81}" dt="2026-05-30T20:29:31.810" v="9494" actId="207"/>
          <ac:spMkLst>
            <pc:docMk/>
            <pc:sldMk cId="1265505958" sldId="277"/>
            <ac:spMk id="27" creationId="{A53183AB-D4D0-2AF0-256B-315327AAC780}"/>
          </ac:spMkLst>
        </pc:spChg>
        <pc:spChg chg="mod">
          <ac:chgData name="Marlena Van der ploeg" userId="fab3437876692798" providerId="LiveId" clId="{A6CA75FC-509B-4DF2-956A-B9EC73E69D81}" dt="2026-05-30T20:29:31.810" v="9494" actId="207"/>
          <ac:spMkLst>
            <pc:docMk/>
            <pc:sldMk cId="1265505958" sldId="277"/>
            <ac:spMk id="30" creationId="{81684784-3967-0A49-9D33-E16F3517084A}"/>
          </ac:spMkLst>
        </pc:spChg>
        <pc:spChg chg="del">
          <ac:chgData name="Marlena Van der ploeg" userId="fab3437876692798" providerId="LiveId" clId="{A6CA75FC-509B-4DF2-956A-B9EC73E69D81}" dt="2026-05-30T20:29:00.808" v="9491" actId="478"/>
          <ac:spMkLst>
            <pc:docMk/>
            <pc:sldMk cId="1265505958" sldId="277"/>
            <ac:spMk id="31" creationId="{25B8D0B4-E6C7-B6DA-FC72-725B48820EB6}"/>
          </ac:spMkLst>
        </pc:spChg>
        <pc:spChg chg="mod">
          <ac:chgData name="Marlena Van der ploeg" userId="fab3437876692798" providerId="LiveId" clId="{A6CA75FC-509B-4DF2-956A-B9EC73E69D81}" dt="2026-05-30T20:29:31.810" v="9494" actId="207"/>
          <ac:spMkLst>
            <pc:docMk/>
            <pc:sldMk cId="1265505958" sldId="277"/>
            <ac:spMk id="32" creationId="{0BC82BDA-98EC-FC8E-3540-AE1B530E4158}"/>
          </ac:spMkLst>
        </pc:spChg>
      </pc:sldChg>
      <pc:sldChg chg="delSp modSp add mod">
        <pc:chgData name="Marlena Van der ploeg" userId="fab3437876692798" providerId="LiveId" clId="{A6CA75FC-509B-4DF2-956A-B9EC73E69D81}" dt="2026-05-30T20:30:10.208" v="9499" actId="207"/>
        <pc:sldMkLst>
          <pc:docMk/>
          <pc:sldMk cId="178063312" sldId="278"/>
        </pc:sldMkLst>
        <pc:spChg chg="del">
          <ac:chgData name="Marlena Van der ploeg" userId="fab3437876692798" providerId="LiveId" clId="{A6CA75FC-509B-4DF2-956A-B9EC73E69D81}" dt="2026-05-30T20:29:46.036" v="9497" actId="478"/>
          <ac:spMkLst>
            <pc:docMk/>
            <pc:sldMk cId="178063312" sldId="278"/>
            <ac:spMk id="3" creationId="{A9108D75-D8A8-1FE4-841D-C9A3E40AC9DE}"/>
          </ac:spMkLst>
        </pc:spChg>
        <pc:spChg chg="mod">
          <ac:chgData name="Marlena Van der ploeg" userId="fab3437876692798" providerId="LiveId" clId="{A6CA75FC-509B-4DF2-956A-B9EC73E69D81}" dt="2026-05-30T20:30:10.208" v="9499" actId="207"/>
          <ac:spMkLst>
            <pc:docMk/>
            <pc:sldMk cId="178063312" sldId="278"/>
            <ac:spMk id="4" creationId="{44124241-48FB-F179-51FB-0F6D5ED25E04}"/>
          </ac:spMkLst>
        </pc:spChg>
        <pc:spChg chg="mod">
          <ac:chgData name="Marlena Van der ploeg" userId="fab3437876692798" providerId="LiveId" clId="{A6CA75FC-509B-4DF2-956A-B9EC73E69D81}" dt="2026-05-30T20:30:10.208" v="9499" actId="207"/>
          <ac:spMkLst>
            <pc:docMk/>
            <pc:sldMk cId="178063312" sldId="278"/>
            <ac:spMk id="22" creationId="{82C4005F-EFC5-6346-02E0-7394256901C8}"/>
          </ac:spMkLst>
        </pc:spChg>
        <pc:spChg chg="mod">
          <ac:chgData name="Marlena Van der ploeg" userId="fab3437876692798" providerId="LiveId" clId="{A6CA75FC-509B-4DF2-956A-B9EC73E69D81}" dt="2026-05-30T20:30:10.208" v="9499" actId="207"/>
          <ac:spMkLst>
            <pc:docMk/>
            <pc:sldMk cId="178063312" sldId="278"/>
            <ac:spMk id="23" creationId="{DB1CB8CD-78C8-7D99-086A-00D5860F13AC}"/>
          </ac:spMkLst>
        </pc:spChg>
        <pc:spChg chg="mod">
          <ac:chgData name="Marlena Van der ploeg" userId="fab3437876692798" providerId="LiveId" clId="{A6CA75FC-509B-4DF2-956A-B9EC73E69D81}" dt="2026-05-30T20:30:10.208" v="9499" actId="207"/>
          <ac:spMkLst>
            <pc:docMk/>
            <pc:sldMk cId="178063312" sldId="278"/>
            <ac:spMk id="25" creationId="{E3FADF9F-AF6C-EFE6-34FB-EEBF42A1A7DE}"/>
          </ac:spMkLst>
        </pc:spChg>
        <pc:spChg chg="mod">
          <ac:chgData name="Marlena Van der ploeg" userId="fab3437876692798" providerId="LiveId" clId="{A6CA75FC-509B-4DF2-956A-B9EC73E69D81}" dt="2026-05-30T20:30:10.208" v="9499" actId="207"/>
          <ac:spMkLst>
            <pc:docMk/>
            <pc:sldMk cId="178063312" sldId="278"/>
            <ac:spMk id="27" creationId="{DAACD819-86E1-7C8E-37F0-5A3702DF8D5C}"/>
          </ac:spMkLst>
        </pc:spChg>
        <pc:spChg chg="mod">
          <ac:chgData name="Marlena Van der ploeg" userId="fab3437876692798" providerId="LiveId" clId="{A6CA75FC-509B-4DF2-956A-B9EC73E69D81}" dt="2026-05-30T20:30:10.208" v="9499" actId="207"/>
          <ac:spMkLst>
            <pc:docMk/>
            <pc:sldMk cId="178063312" sldId="278"/>
            <ac:spMk id="32" creationId="{0E5DC97A-4798-0A03-B07D-3B0A612D3269}"/>
          </ac:spMkLst>
        </pc:spChg>
        <pc:spChg chg="mod">
          <ac:chgData name="Marlena Van der ploeg" userId="fab3437876692798" providerId="LiveId" clId="{A6CA75FC-509B-4DF2-956A-B9EC73E69D81}" dt="2026-05-30T20:30:10.208" v="9499" actId="207"/>
          <ac:spMkLst>
            <pc:docMk/>
            <pc:sldMk cId="178063312" sldId="278"/>
            <ac:spMk id="33" creationId="{33E35279-D1E2-4643-8181-32FA28E01565}"/>
          </ac:spMkLst>
        </pc:spChg>
        <pc:spChg chg="mod">
          <ac:chgData name="Marlena Van der ploeg" userId="fab3437876692798" providerId="LiveId" clId="{A6CA75FC-509B-4DF2-956A-B9EC73E69D81}" dt="2026-05-30T20:30:10.208" v="9499" actId="207"/>
          <ac:spMkLst>
            <pc:docMk/>
            <pc:sldMk cId="178063312" sldId="278"/>
            <ac:spMk id="34" creationId="{8B9151F7-99AA-2ADB-E99D-F0B1CF772AB3}"/>
          </ac:spMkLst>
        </pc:spChg>
        <pc:spChg chg="mod">
          <ac:chgData name="Marlena Van der ploeg" userId="fab3437876692798" providerId="LiveId" clId="{A6CA75FC-509B-4DF2-956A-B9EC73E69D81}" dt="2026-05-30T20:30:10.208" v="9499" actId="207"/>
          <ac:spMkLst>
            <pc:docMk/>
            <pc:sldMk cId="178063312" sldId="278"/>
            <ac:spMk id="35" creationId="{5F3915B5-09FF-ABCF-2859-59F600B97538}"/>
          </ac:spMkLst>
        </pc:spChg>
        <pc:spChg chg="mod">
          <ac:chgData name="Marlena Van der ploeg" userId="fab3437876692798" providerId="LiveId" clId="{A6CA75FC-509B-4DF2-956A-B9EC73E69D81}" dt="2026-05-30T20:30:10.208" v="9499" actId="207"/>
          <ac:spMkLst>
            <pc:docMk/>
            <pc:sldMk cId="178063312" sldId="278"/>
            <ac:spMk id="36" creationId="{E9B1FA1A-1F36-942C-0678-0BF34D53F6E6}"/>
          </ac:spMkLst>
        </pc:spChg>
        <pc:spChg chg="del">
          <ac:chgData name="Marlena Van der ploeg" userId="fab3437876692798" providerId="LiveId" clId="{A6CA75FC-509B-4DF2-956A-B9EC73E69D81}" dt="2026-05-30T20:29:44.714" v="9496" actId="478"/>
          <ac:spMkLst>
            <pc:docMk/>
            <pc:sldMk cId="178063312" sldId="278"/>
            <ac:spMk id="37" creationId="{10ECE984-0FE7-7FB3-327D-02B3534B89A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0967A-90CA-49B9-8680-C0539B38538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4B505716-5BA0-4126-BFB1-E6C67E0318B4}">
      <dgm:prSet phldrT="[Text]" phldr="0"/>
      <dgm:spPr/>
      <dgm:t>
        <a:bodyPr/>
        <a:lstStyle/>
        <a:p>
          <a:r>
            <a:rPr lang="en-GB" dirty="0"/>
            <a:t>To examine the impact of glycosyrin on the glycosylation of the apoplastic proteome of </a:t>
          </a:r>
          <a:r>
            <a:rPr lang="en-GB" i="1" dirty="0" err="1"/>
            <a:t>Nictotiana</a:t>
          </a:r>
          <a:r>
            <a:rPr lang="en-GB" i="1" dirty="0"/>
            <a:t> benthamiana</a:t>
          </a:r>
          <a:r>
            <a:rPr lang="en-GB" dirty="0"/>
            <a:t>.</a:t>
          </a:r>
        </a:p>
      </dgm:t>
    </dgm:pt>
    <dgm:pt modelId="{A5C1B4FC-43F7-4082-9A11-E85F64297C6E}" type="parTrans" cxnId="{64CF6D75-631D-40C0-9AFA-E31713A64F39}">
      <dgm:prSet/>
      <dgm:spPr/>
      <dgm:t>
        <a:bodyPr/>
        <a:lstStyle/>
        <a:p>
          <a:endParaRPr lang="en-GB"/>
        </a:p>
      </dgm:t>
    </dgm:pt>
    <dgm:pt modelId="{63C55386-E4C7-4DC2-80FA-3A2C3C7F8086}" type="sibTrans" cxnId="{64CF6D75-631D-40C0-9AFA-E31713A64F39}">
      <dgm:prSet/>
      <dgm:spPr/>
      <dgm:t>
        <a:bodyPr/>
        <a:lstStyle/>
        <a:p>
          <a:endParaRPr lang="en-GB"/>
        </a:p>
      </dgm:t>
    </dgm:pt>
    <dgm:pt modelId="{6667EDCA-748F-41FA-B3EC-8DE5636203DD}">
      <dgm:prSet/>
      <dgm:spPr/>
      <dgm:t>
        <a:bodyPr/>
        <a:lstStyle/>
        <a:p>
          <a:r>
            <a:rPr lang="en-GB" dirty="0"/>
            <a:t>Western blots of the apoplastic proteome using two different lectins </a:t>
          </a:r>
          <a:r>
            <a:rPr lang="en-GB" dirty="0" err="1"/>
            <a:t>ConA</a:t>
          </a:r>
          <a:r>
            <a:rPr lang="en-GB" dirty="0"/>
            <a:t> and RCAI.</a:t>
          </a:r>
        </a:p>
      </dgm:t>
    </dgm:pt>
    <dgm:pt modelId="{8EA783E7-B7B5-405E-9522-5C59BFDC9963}" type="parTrans" cxnId="{5CD9A68C-D8C3-41EB-BB45-848491FFB460}">
      <dgm:prSet/>
      <dgm:spPr/>
      <dgm:t>
        <a:bodyPr/>
        <a:lstStyle/>
        <a:p>
          <a:endParaRPr lang="en-GB"/>
        </a:p>
      </dgm:t>
    </dgm:pt>
    <dgm:pt modelId="{7238C9FC-3A79-4895-B36B-CB1BE8FC5512}" type="sibTrans" cxnId="{5CD9A68C-D8C3-41EB-BB45-848491FFB460}">
      <dgm:prSet/>
      <dgm:spPr/>
      <dgm:t>
        <a:bodyPr/>
        <a:lstStyle/>
        <a:p>
          <a:endParaRPr lang="en-GB"/>
        </a:p>
      </dgm:t>
    </dgm:pt>
    <dgm:pt modelId="{BB296E0D-4678-455E-A7C6-94A4DBEA31AD}">
      <dgm:prSet/>
      <dgm:spPr/>
      <dgm:t>
        <a:bodyPr/>
        <a:lstStyle/>
        <a:p>
          <a:r>
            <a:rPr lang="en-GB" dirty="0"/>
            <a:t>Comparing the fluorescence in leaf samples infiltrated with either the empty vector or glycosyrin and then later FDG.</a:t>
          </a:r>
        </a:p>
      </dgm:t>
    </dgm:pt>
    <dgm:pt modelId="{737F98AC-8FBA-4A0E-8E01-93F7BE4A9A1D}" type="parTrans" cxnId="{FC6B4CB4-8682-4A95-B808-77348D47E798}">
      <dgm:prSet/>
      <dgm:spPr/>
      <dgm:t>
        <a:bodyPr/>
        <a:lstStyle/>
        <a:p>
          <a:endParaRPr lang="en-GB"/>
        </a:p>
      </dgm:t>
    </dgm:pt>
    <dgm:pt modelId="{A083573A-5E88-4958-9C6B-61AD0BB5363D}" type="sibTrans" cxnId="{FC6B4CB4-8682-4A95-B808-77348D47E798}">
      <dgm:prSet/>
      <dgm:spPr/>
      <dgm:t>
        <a:bodyPr/>
        <a:lstStyle/>
        <a:p>
          <a:endParaRPr lang="en-GB"/>
        </a:p>
      </dgm:t>
    </dgm:pt>
    <dgm:pt modelId="{D4867EF8-67B8-4922-BCBC-B86F0539E90C}" type="pres">
      <dgm:prSet presAssocID="{62E0967A-90CA-49B9-8680-C0539B385381}" presName="hierChild1" presStyleCnt="0">
        <dgm:presLayoutVars>
          <dgm:orgChart val="1"/>
          <dgm:chPref val="1"/>
          <dgm:dir/>
          <dgm:animOne val="branch"/>
          <dgm:animLvl val="lvl"/>
          <dgm:resizeHandles/>
        </dgm:presLayoutVars>
      </dgm:prSet>
      <dgm:spPr/>
    </dgm:pt>
    <dgm:pt modelId="{7C61D7B4-D798-4846-A54F-7834C775DDBF}" type="pres">
      <dgm:prSet presAssocID="{4B505716-5BA0-4126-BFB1-E6C67E0318B4}" presName="hierRoot1" presStyleCnt="0">
        <dgm:presLayoutVars>
          <dgm:hierBranch val="init"/>
        </dgm:presLayoutVars>
      </dgm:prSet>
      <dgm:spPr/>
    </dgm:pt>
    <dgm:pt modelId="{A9D616E1-1980-436C-A52A-C85A1610CAC2}" type="pres">
      <dgm:prSet presAssocID="{4B505716-5BA0-4126-BFB1-E6C67E0318B4}" presName="rootComposite1" presStyleCnt="0"/>
      <dgm:spPr/>
    </dgm:pt>
    <dgm:pt modelId="{4F5202C9-E10D-4161-89FE-8FA87BAC4A31}" type="pres">
      <dgm:prSet presAssocID="{4B505716-5BA0-4126-BFB1-E6C67E0318B4}" presName="rootText1" presStyleLbl="node0" presStyleIdx="0" presStyleCnt="1">
        <dgm:presLayoutVars>
          <dgm:chPref val="3"/>
        </dgm:presLayoutVars>
      </dgm:prSet>
      <dgm:spPr/>
    </dgm:pt>
    <dgm:pt modelId="{C006F13F-40D1-4E9B-8C20-F5EED2835E01}" type="pres">
      <dgm:prSet presAssocID="{4B505716-5BA0-4126-BFB1-E6C67E0318B4}" presName="rootConnector1" presStyleLbl="node1" presStyleIdx="0" presStyleCnt="0"/>
      <dgm:spPr/>
    </dgm:pt>
    <dgm:pt modelId="{EA11FDA7-487C-42E5-ABC3-2027454178CA}" type="pres">
      <dgm:prSet presAssocID="{4B505716-5BA0-4126-BFB1-E6C67E0318B4}" presName="hierChild2" presStyleCnt="0"/>
      <dgm:spPr/>
    </dgm:pt>
    <dgm:pt modelId="{D0EC2F2D-06A9-4BF1-9107-1F95F5ACD19E}" type="pres">
      <dgm:prSet presAssocID="{8EA783E7-B7B5-405E-9522-5C59BFDC9963}" presName="Name37" presStyleLbl="parChTrans1D2" presStyleIdx="0" presStyleCnt="2"/>
      <dgm:spPr/>
    </dgm:pt>
    <dgm:pt modelId="{05F2A1D9-E2A6-4AAE-95BF-42C0E7F26E46}" type="pres">
      <dgm:prSet presAssocID="{6667EDCA-748F-41FA-B3EC-8DE5636203DD}" presName="hierRoot2" presStyleCnt="0">
        <dgm:presLayoutVars>
          <dgm:hierBranch val="init"/>
        </dgm:presLayoutVars>
      </dgm:prSet>
      <dgm:spPr/>
    </dgm:pt>
    <dgm:pt modelId="{D1C4F86E-F2BF-4EA4-AC1B-2CD5C87F3EC9}" type="pres">
      <dgm:prSet presAssocID="{6667EDCA-748F-41FA-B3EC-8DE5636203DD}" presName="rootComposite" presStyleCnt="0"/>
      <dgm:spPr/>
    </dgm:pt>
    <dgm:pt modelId="{087AB363-65B3-4D00-A64B-A3AA23738FD9}" type="pres">
      <dgm:prSet presAssocID="{6667EDCA-748F-41FA-B3EC-8DE5636203DD}" presName="rootText" presStyleLbl="node2" presStyleIdx="0" presStyleCnt="2">
        <dgm:presLayoutVars>
          <dgm:chPref val="3"/>
        </dgm:presLayoutVars>
      </dgm:prSet>
      <dgm:spPr/>
    </dgm:pt>
    <dgm:pt modelId="{72A74D44-D7C3-4A67-8F15-83805B54855E}" type="pres">
      <dgm:prSet presAssocID="{6667EDCA-748F-41FA-B3EC-8DE5636203DD}" presName="rootConnector" presStyleLbl="node2" presStyleIdx="0" presStyleCnt="2"/>
      <dgm:spPr/>
    </dgm:pt>
    <dgm:pt modelId="{6259B0AE-5E71-4E2E-A327-85CBF4DF5837}" type="pres">
      <dgm:prSet presAssocID="{6667EDCA-748F-41FA-B3EC-8DE5636203DD}" presName="hierChild4" presStyleCnt="0"/>
      <dgm:spPr/>
    </dgm:pt>
    <dgm:pt modelId="{BD19FAAC-5C55-4DD3-9552-0F5D0318FCC6}" type="pres">
      <dgm:prSet presAssocID="{6667EDCA-748F-41FA-B3EC-8DE5636203DD}" presName="hierChild5" presStyleCnt="0"/>
      <dgm:spPr/>
    </dgm:pt>
    <dgm:pt modelId="{96BC2DDB-F8AF-4B84-99DE-4ED33D311FD9}" type="pres">
      <dgm:prSet presAssocID="{737F98AC-8FBA-4A0E-8E01-93F7BE4A9A1D}" presName="Name37" presStyleLbl="parChTrans1D2" presStyleIdx="1" presStyleCnt="2"/>
      <dgm:spPr/>
    </dgm:pt>
    <dgm:pt modelId="{D2025D3E-1172-4ED2-8C4B-3B3A25C9506F}" type="pres">
      <dgm:prSet presAssocID="{BB296E0D-4678-455E-A7C6-94A4DBEA31AD}" presName="hierRoot2" presStyleCnt="0">
        <dgm:presLayoutVars>
          <dgm:hierBranch val="init"/>
        </dgm:presLayoutVars>
      </dgm:prSet>
      <dgm:spPr/>
    </dgm:pt>
    <dgm:pt modelId="{B7AB8BB3-E0A7-4014-BB4D-5DCE2DBC540C}" type="pres">
      <dgm:prSet presAssocID="{BB296E0D-4678-455E-A7C6-94A4DBEA31AD}" presName="rootComposite" presStyleCnt="0"/>
      <dgm:spPr/>
    </dgm:pt>
    <dgm:pt modelId="{0021346D-EFF2-451F-AB85-420F2DADF693}" type="pres">
      <dgm:prSet presAssocID="{BB296E0D-4678-455E-A7C6-94A4DBEA31AD}" presName="rootText" presStyleLbl="node2" presStyleIdx="1" presStyleCnt="2">
        <dgm:presLayoutVars>
          <dgm:chPref val="3"/>
        </dgm:presLayoutVars>
      </dgm:prSet>
      <dgm:spPr/>
    </dgm:pt>
    <dgm:pt modelId="{17308491-A7F0-459C-BF9D-5CA5635AC9D5}" type="pres">
      <dgm:prSet presAssocID="{BB296E0D-4678-455E-A7C6-94A4DBEA31AD}" presName="rootConnector" presStyleLbl="node2" presStyleIdx="1" presStyleCnt="2"/>
      <dgm:spPr/>
    </dgm:pt>
    <dgm:pt modelId="{C48B45CD-EACA-4AFB-A92D-53E7CB48BC63}" type="pres">
      <dgm:prSet presAssocID="{BB296E0D-4678-455E-A7C6-94A4DBEA31AD}" presName="hierChild4" presStyleCnt="0"/>
      <dgm:spPr/>
    </dgm:pt>
    <dgm:pt modelId="{45BE84D8-4498-4D75-9242-65C35E015E91}" type="pres">
      <dgm:prSet presAssocID="{BB296E0D-4678-455E-A7C6-94A4DBEA31AD}" presName="hierChild5" presStyleCnt="0"/>
      <dgm:spPr/>
    </dgm:pt>
    <dgm:pt modelId="{A8783087-1D3D-415C-885D-157D5733F7DE}" type="pres">
      <dgm:prSet presAssocID="{4B505716-5BA0-4126-BFB1-E6C67E0318B4}" presName="hierChild3" presStyleCnt="0"/>
      <dgm:spPr/>
    </dgm:pt>
  </dgm:ptLst>
  <dgm:cxnLst>
    <dgm:cxn modelId="{6838B51D-E429-46B2-A679-8EAC74FFA766}" type="presOf" srcId="{737F98AC-8FBA-4A0E-8E01-93F7BE4A9A1D}" destId="{96BC2DDB-F8AF-4B84-99DE-4ED33D311FD9}" srcOrd="0" destOrd="0" presId="urn:microsoft.com/office/officeart/2005/8/layout/orgChart1"/>
    <dgm:cxn modelId="{CA539220-8E5D-44F6-9024-B91F93CB9F0B}" type="presOf" srcId="{8EA783E7-B7B5-405E-9522-5C59BFDC9963}" destId="{D0EC2F2D-06A9-4BF1-9107-1F95F5ACD19E}" srcOrd="0" destOrd="0" presId="urn:microsoft.com/office/officeart/2005/8/layout/orgChart1"/>
    <dgm:cxn modelId="{5DAB8C39-5D9E-445F-A9D5-0D3E910F2D67}" type="presOf" srcId="{4B505716-5BA0-4126-BFB1-E6C67E0318B4}" destId="{4F5202C9-E10D-4161-89FE-8FA87BAC4A31}" srcOrd="0" destOrd="0" presId="urn:microsoft.com/office/officeart/2005/8/layout/orgChart1"/>
    <dgm:cxn modelId="{64CF6D75-631D-40C0-9AFA-E31713A64F39}" srcId="{62E0967A-90CA-49B9-8680-C0539B385381}" destId="{4B505716-5BA0-4126-BFB1-E6C67E0318B4}" srcOrd="0" destOrd="0" parTransId="{A5C1B4FC-43F7-4082-9A11-E85F64297C6E}" sibTransId="{63C55386-E4C7-4DC2-80FA-3A2C3C7F8086}"/>
    <dgm:cxn modelId="{6BF9A48A-53A7-4EC4-93C8-FEA059526CA5}" type="presOf" srcId="{6667EDCA-748F-41FA-B3EC-8DE5636203DD}" destId="{087AB363-65B3-4D00-A64B-A3AA23738FD9}" srcOrd="0" destOrd="0" presId="urn:microsoft.com/office/officeart/2005/8/layout/orgChart1"/>
    <dgm:cxn modelId="{5CD9A68C-D8C3-41EB-BB45-848491FFB460}" srcId="{4B505716-5BA0-4126-BFB1-E6C67E0318B4}" destId="{6667EDCA-748F-41FA-B3EC-8DE5636203DD}" srcOrd="0" destOrd="0" parTransId="{8EA783E7-B7B5-405E-9522-5C59BFDC9963}" sibTransId="{7238C9FC-3A79-4895-B36B-CB1BE8FC5512}"/>
    <dgm:cxn modelId="{167FB295-92F1-4610-9599-AF3C26B63F42}" type="presOf" srcId="{BB296E0D-4678-455E-A7C6-94A4DBEA31AD}" destId="{17308491-A7F0-459C-BF9D-5CA5635AC9D5}" srcOrd="1" destOrd="0" presId="urn:microsoft.com/office/officeart/2005/8/layout/orgChart1"/>
    <dgm:cxn modelId="{9FE1A696-41B3-492C-864A-A32F8DC0CBD9}" type="presOf" srcId="{62E0967A-90CA-49B9-8680-C0539B385381}" destId="{D4867EF8-67B8-4922-BCBC-B86F0539E90C}" srcOrd="0" destOrd="0" presId="urn:microsoft.com/office/officeart/2005/8/layout/orgChart1"/>
    <dgm:cxn modelId="{CE99FEB0-25CC-48C5-98BC-A3782BDB12F7}" type="presOf" srcId="{BB296E0D-4678-455E-A7C6-94A4DBEA31AD}" destId="{0021346D-EFF2-451F-AB85-420F2DADF693}" srcOrd="0" destOrd="0" presId="urn:microsoft.com/office/officeart/2005/8/layout/orgChart1"/>
    <dgm:cxn modelId="{FC6B4CB4-8682-4A95-B808-77348D47E798}" srcId="{4B505716-5BA0-4126-BFB1-E6C67E0318B4}" destId="{BB296E0D-4678-455E-A7C6-94A4DBEA31AD}" srcOrd="1" destOrd="0" parTransId="{737F98AC-8FBA-4A0E-8E01-93F7BE4A9A1D}" sibTransId="{A083573A-5E88-4958-9C6B-61AD0BB5363D}"/>
    <dgm:cxn modelId="{39BF5AB5-D971-4D4D-8AC5-912CEF2C4F69}" type="presOf" srcId="{4B505716-5BA0-4126-BFB1-E6C67E0318B4}" destId="{C006F13F-40D1-4E9B-8C20-F5EED2835E01}" srcOrd="1" destOrd="0" presId="urn:microsoft.com/office/officeart/2005/8/layout/orgChart1"/>
    <dgm:cxn modelId="{23AB71E1-DBBA-4DFF-B68A-F4685BC19DAB}" type="presOf" srcId="{6667EDCA-748F-41FA-B3EC-8DE5636203DD}" destId="{72A74D44-D7C3-4A67-8F15-83805B54855E}" srcOrd="1" destOrd="0" presId="urn:microsoft.com/office/officeart/2005/8/layout/orgChart1"/>
    <dgm:cxn modelId="{777DB987-34DB-4A6A-B275-3EFE4C7A3952}" type="presParOf" srcId="{D4867EF8-67B8-4922-BCBC-B86F0539E90C}" destId="{7C61D7B4-D798-4846-A54F-7834C775DDBF}" srcOrd="0" destOrd="0" presId="urn:microsoft.com/office/officeart/2005/8/layout/orgChart1"/>
    <dgm:cxn modelId="{7E818181-DFFE-42AD-96BC-33CBDF2E894F}" type="presParOf" srcId="{7C61D7B4-D798-4846-A54F-7834C775DDBF}" destId="{A9D616E1-1980-436C-A52A-C85A1610CAC2}" srcOrd="0" destOrd="0" presId="urn:microsoft.com/office/officeart/2005/8/layout/orgChart1"/>
    <dgm:cxn modelId="{4838D075-4BED-419A-BDFA-E4F6B4A3FC38}" type="presParOf" srcId="{A9D616E1-1980-436C-A52A-C85A1610CAC2}" destId="{4F5202C9-E10D-4161-89FE-8FA87BAC4A31}" srcOrd="0" destOrd="0" presId="urn:microsoft.com/office/officeart/2005/8/layout/orgChart1"/>
    <dgm:cxn modelId="{71657B3B-FC7C-4684-9A44-B5E5BB43D854}" type="presParOf" srcId="{A9D616E1-1980-436C-A52A-C85A1610CAC2}" destId="{C006F13F-40D1-4E9B-8C20-F5EED2835E01}" srcOrd="1" destOrd="0" presId="urn:microsoft.com/office/officeart/2005/8/layout/orgChart1"/>
    <dgm:cxn modelId="{9AA59B9A-CABF-4DDF-838A-1E1C188F5F50}" type="presParOf" srcId="{7C61D7B4-D798-4846-A54F-7834C775DDBF}" destId="{EA11FDA7-487C-42E5-ABC3-2027454178CA}" srcOrd="1" destOrd="0" presId="urn:microsoft.com/office/officeart/2005/8/layout/orgChart1"/>
    <dgm:cxn modelId="{BF7ED4C0-3E54-4940-9D1E-5F942CAEE090}" type="presParOf" srcId="{EA11FDA7-487C-42E5-ABC3-2027454178CA}" destId="{D0EC2F2D-06A9-4BF1-9107-1F95F5ACD19E}" srcOrd="0" destOrd="0" presId="urn:microsoft.com/office/officeart/2005/8/layout/orgChart1"/>
    <dgm:cxn modelId="{911A7FB4-DFC9-494D-A071-32BD20902F6E}" type="presParOf" srcId="{EA11FDA7-487C-42E5-ABC3-2027454178CA}" destId="{05F2A1D9-E2A6-4AAE-95BF-42C0E7F26E46}" srcOrd="1" destOrd="0" presId="urn:microsoft.com/office/officeart/2005/8/layout/orgChart1"/>
    <dgm:cxn modelId="{091B3BCB-A93B-4F18-8617-706236C4AF7E}" type="presParOf" srcId="{05F2A1D9-E2A6-4AAE-95BF-42C0E7F26E46}" destId="{D1C4F86E-F2BF-4EA4-AC1B-2CD5C87F3EC9}" srcOrd="0" destOrd="0" presId="urn:microsoft.com/office/officeart/2005/8/layout/orgChart1"/>
    <dgm:cxn modelId="{0902BBCB-5468-491C-892B-E6704C03B562}" type="presParOf" srcId="{D1C4F86E-F2BF-4EA4-AC1B-2CD5C87F3EC9}" destId="{087AB363-65B3-4D00-A64B-A3AA23738FD9}" srcOrd="0" destOrd="0" presId="urn:microsoft.com/office/officeart/2005/8/layout/orgChart1"/>
    <dgm:cxn modelId="{BA0943C2-7F2A-473A-A75A-0DEF0E05C897}" type="presParOf" srcId="{D1C4F86E-F2BF-4EA4-AC1B-2CD5C87F3EC9}" destId="{72A74D44-D7C3-4A67-8F15-83805B54855E}" srcOrd="1" destOrd="0" presId="urn:microsoft.com/office/officeart/2005/8/layout/orgChart1"/>
    <dgm:cxn modelId="{82D9EF77-7F7A-4AD1-AA40-678A5A5F9193}" type="presParOf" srcId="{05F2A1D9-E2A6-4AAE-95BF-42C0E7F26E46}" destId="{6259B0AE-5E71-4E2E-A327-85CBF4DF5837}" srcOrd="1" destOrd="0" presId="urn:microsoft.com/office/officeart/2005/8/layout/orgChart1"/>
    <dgm:cxn modelId="{D989CE41-8512-4281-ABD7-18B66F969F48}" type="presParOf" srcId="{05F2A1D9-E2A6-4AAE-95BF-42C0E7F26E46}" destId="{BD19FAAC-5C55-4DD3-9552-0F5D0318FCC6}" srcOrd="2" destOrd="0" presId="urn:microsoft.com/office/officeart/2005/8/layout/orgChart1"/>
    <dgm:cxn modelId="{6C22E9BB-B8FE-4F9A-AC44-52FBF65A38BB}" type="presParOf" srcId="{EA11FDA7-487C-42E5-ABC3-2027454178CA}" destId="{96BC2DDB-F8AF-4B84-99DE-4ED33D311FD9}" srcOrd="2" destOrd="0" presId="urn:microsoft.com/office/officeart/2005/8/layout/orgChart1"/>
    <dgm:cxn modelId="{680A6FA6-EAF9-4D29-AD76-1C1D6E9EB304}" type="presParOf" srcId="{EA11FDA7-487C-42E5-ABC3-2027454178CA}" destId="{D2025D3E-1172-4ED2-8C4B-3B3A25C9506F}" srcOrd="3" destOrd="0" presId="urn:microsoft.com/office/officeart/2005/8/layout/orgChart1"/>
    <dgm:cxn modelId="{60548F6B-2DD0-4FDC-A52B-695B589C3176}" type="presParOf" srcId="{D2025D3E-1172-4ED2-8C4B-3B3A25C9506F}" destId="{B7AB8BB3-E0A7-4014-BB4D-5DCE2DBC540C}" srcOrd="0" destOrd="0" presId="urn:microsoft.com/office/officeart/2005/8/layout/orgChart1"/>
    <dgm:cxn modelId="{5EA2795B-95D9-4938-A638-ABCDD6EF90F1}" type="presParOf" srcId="{B7AB8BB3-E0A7-4014-BB4D-5DCE2DBC540C}" destId="{0021346D-EFF2-451F-AB85-420F2DADF693}" srcOrd="0" destOrd="0" presId="urn:microsoft.com/office/officeart/2005/8/layout/orgChart1"/>
    <dgm:cxn modelId="{245693FD-607F-4FEA-A8EA-8ED58923230B}" type="presParOf" srcId="{B7AB8BB3-E0A7-4014-BB4D-5DCE2DBC540C}" destId="{17308491-A7F0-459C-BF9D-5CA5635AC9D5}" srcOrd="1" destOrd="0" presId="urn:microsoft.com/office/officeart/2005/8/layout/orgChart1"/>
    <dgm:cxn modelId="{05EDBA94-C5FC-42AE-94E5-25B44F259A86}" type="presParOf" srcId="{D2025D3E-1172-4ED2-8C4B-3B3A25C9506F}" destId="{C48B45CD-EACA-4AFB-A92D-53E7CB48BC63}" srcOrd="1" destOrd="0" presId="urn:microsoft.com/office/officeart/2005/8/layout/orgChart1"/>
    <dgm:cxn modelId="{94ACE26D-6E9A-4997-8B53-91443CA03BD4}" type="presParOf" srcId="{D2025D3E-1172-4ED2-8C4B-3B3A25C9506F}" destId="{45BE84D8-4498-4D75-9242-65C35E015E91}" srcOrd="2" destOrd="0" presId="urn:microsoft.com/office/officeart/2005/8/layout/orgChart1"/>
    <dgm:cxn modelId="{8FC4D935-F2A5-41BF-AA1D-93C01339E7CC}" type="presParOf" srcId="{7C61D7B4-D798-4846-A54F-7834C775DDBF}" destId="{A8783087-1D3D-415C-885D-157D5733F7D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896B40-1AE6-4812-8AA0-62EBAD06D4CD}"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GB"/>
        </a:p>
      </dgm:t>
    </dgm:pt>
    <dgm:pt modelId="{1D36CDF2-D184-4FC3-96B9-833C595F106F}">
      <dgm:prSet phldrT="[Text]" phldr="0"/>
      <dgm:spPr>
        <a:solidFill>
          <a:srgbClr val="009C59"/>
        </a:solidFill>
      </dgm:spPr>
      <dgm:t>
        <a:bodyPr/>
        <a:lstStyle/>
        <a:p>
          <a:r>
            <a:rPr lang="en-GB" dirty="0"/>
            <a:t>1. Inoculation.</a:t>
          </a:r>
        </a:p>
      </dgm:t>
    </dgm:pt>
    <dgm:pt modelId="{EBD42DFC-84A5-4AC2-A288-E42B228647A6}" type="parTrans" cxnId="{E5418212-7D64-4342-AFA7-BD98044E56EB}">
      <dgm:prSet/>
      <dgm:spPr/>
      <dgm:t>
        <a:bodyPr/>
        <a:lstStyle/>
        <a:p>
          <a:endParaRPr lang="en-GB"/>
        </a:p>
      </dgm:t>
    </dgm:pt>
    <dgm:pt modelId="{918D0C1C-553A-42E4-BFD2-12586C90061C}" type="sibTrans" cxnId="{E5418212-7D64-4342-AFA7-BD98044E56EB}">
      <dgm:prSet/>
      <dgm:spPr>
        <a:solidFill>
          <a:srgbClr val="009C59"/>
        </a:solidFill>
      </dgm:spPr>
      <dgm:t>
        <a:bodyPr/>
        <a:lstStyle/>
        <a:p>
          <a:endParaRPr lang="en-GB"/>
        </a:p>
      </dgm:t>
    </dgm:pt>
    <dgm:pt modelId="{21330EFF-DF55-44EA-9DFB-C05D146242FF}">
      <dgm:prSet phldrT="[Text]" phldr="0"/>
      <dgm:spPr>
        <a:solidFill>
          <a:srgbClr val="009C59"/>
        </a:solidFill>
      </dgm:spPr>
      <dgm:t>
        <a:bodyPr/>
        <a:lstStyle/>
        <a:p>
          <a:r>
            <a:rPr lang="en-GB" dirty="0"/>
            <a:t>2. Agroinfiltration. </a:t>
          </a:r>
        </a:p>
      </dgm:t>
    </dgm:pt>
    <dgm:pt modelId="{3E56B912-8E21-4CF5-8C00-6741AFBDE6D2}" type="parTrans" cxnId="{1AC6CA08-367C-406C-AD46-57BE35A4B9AB}">
      <dgm:prSet/>
      <dgm:spPr/>
      <dgm:t>
        <a:bodyPr/>
        <a:lstStyle/>
        <a:p>
          <a:endParaRPr lang="en-GB"/>
        </a:p>
      </dgm:t>
    </dgm:pt>
    <dgm:pt modelId="{DD513CB8-D3DF-4E71-8AB1-88BCEABABE3E}" type="sibTrans" cxnId="{1AC6CA08-367C-406C-AD46-57BE35A4B9AB}">
      <dgm:prSet/>
      <dgm:spPr>
        <a:solidFill>
          <a:srgbClr val="009C59"/>
        </a:solidFill>
      </dgm:spPr>
      <dgm:t>
        <a:bodyPr/>
        <a:lstStyle/>
        <a:p>
          <a:endParaRPr lang="en-GB" dirty="0"/>
        </a:p>
      </dgm:t>
    </dgm:pt>
    <dgm:pt modelId="{766811C7-F113-43D8-BB97-3B8F3C789197}">
      <dgm:prSet phldrT="[Text]" phldr="0"/>
      <dgm:spPr>
        <a:solidFill>
          <a:srgbClr val="009C59"/>
        </a:solidFill>
      </dgm:spPr>
      <dgm:t>
        <a:bodyPr/>
        <a:lstStyle/>
        <a:p>
          <a:r>
            <a:rPr lang="en-GB" dirty="0"/>
            <a:t>3. Apoplastic Fluid Extraction.  </a:t>
          </a:r>
        </a:p>
      </dgm:t>
    </dgm:pt>
    <dgm:pt modelId="{80F7F0CB-4A51-41F8-BB30-DB9DDFC09E5D}" type="parTrans" cxnId="{9780CF0F-378E-49AB-9EFA-46336F50B0E7}">
      <dgm:prSet/>
      <dgm:spPr/>
      <dgm:t>
        <a:bodyPr/>
        <a:lstStyle/>
        <a:p>
          <a:endParaRPr lang="en-GB"/>
        </a:p>
      </dgm:t>
    </dgm:pt>
    <dgm:pt modelId="{648F83B2-1937-4C28-9C16-2AD6FF8034A3}" type="sibTrans" cxnId="{9780CF0F-378E-49AB-9EFA-46336F50B0E7}">
      <dgm:prSet/>
      <dgm:spPr>
        <a:solidFill>
          <a:srgbClr val="009C59"/>
        </a:solidFill>
      </dgm:spPr>
      <dgm:t>
        <a:bodyPr/>
        <a:lstStyle/>
        <a:p>
          <a:endParaRPr lang="en-GB"/>
        </a:p>
      </dgm:t>
    </dgm:pt>
    <dgm:pt modelId="{9F069F72-08A0-4EF7-A288-5409BA7144D6}">
      <dgm:prSet/>
      <dgm:spPr>
        <a:solidFill>
          <a:srgbClr val="009C59"/>
        </a:solidFill>
      </dgm:spPr>
      <dgm:t>
        <a:bodyPr/>
        <a:lstStyle/>
        <a:p>
          <a:r>
            <a:rPr lang="en-GB" dirty="0"/>
            <a:t>4. FDG Assay.</a:t>
          </a:r>
        </a:p>
      </dgm:t>
    </dgm:pt>
    <dgm:pt modelId="{1F79A94E-DE11-4830-87E8-8E0C735E0965}" type="parTrans" cxnId="{8E8A0245-401C-46A0-9C56-FF05F4642B52}">
      <dgm:prSet/>
      <dgm:spPr/>
      <dgm:t>
        <a:bodyPr/>
        <a:lstStyle/>
        <a:p>
          <a:endParaRPr lang="en-GB"/>
        </a:p>
      </dgm:t>
    </dgm:pt>
    <dgm:pt modelId="{155D3DEE-6653-4E2A-98B2-E8E211CFB209}" type="sibTrans" cxnId="{8E8A0245-401C-46A0-9C56-FF05F4642B52}">
      <dgm:prSet/>
      <dgm:spPr>
        <a:solidFill>
          <a:srgbClr val="009C59"/>
        </a:solidFill>
      </dgm:spPr>
      <dgm:t>
        <a:bodyPr/>
        <a:lstStyle/>
        <a:p>
          <a:endParaRPr lang="en-GB"/>
        </a:p>
      </dgm:t>
    </dgm:pt>
    <dgm:pt modelId="{1CB466D5-1182-41CA-A28C-AED3D8357BDA}">
      <dgm:prSet/>
      <dgm:spPr>
        <a:solidFill>
          <a:srgbClr val="009C59"/>
        </a:solidFill>
      </dgm:spPr>
      <dgm:t>
        <a:bodyPr/>
        <a:lstStyle/>
        <a:p>
          <a:r>
            <a:rPr lang="en-GB" dirty="0"/>
            <a:t>5. Lectin Blotting.</a:t>
          </a:r>
        </a:p>
      </dgm:t>
    </dgm:pt>
    <dgm:pt modelId="{4233489C-F56C-4742-A819-58D335E70CC5}" type="parTrans" cxnId="{BFBB4DC9-2142-494F-A583-1BFE2651A420}">
      <dgm:prSet/>
      <dgm:spPr/>
      <dgm:t>
        <a:bodyPr/>
        <a:lstStyle/>
        <a:p>
          <a:endParaRPr lang="en-GB"/>
        </a:p>
      </dgm:t>
    </dgm:pt>
    <dgm:pt modelId="{D8417A14-05D6-4E99-AE97-8C72100E4CDA}" type="sibTrans" cxnId="{BFBB4DC9-2142-494F-A583-1BFE2651A420}">
      <dgm:prSet/>
      <dgm:spPr/>
      <dgm:t>
        <a:bodyPr/>
        <a:lstStyle/>
        <a:p>
          <a:endParaRPr lang="en-GB"/>
        </a:p>
      </dgm:t>
    </dgm:pt>
    <dgm:pt modelId="{A02BF534-D6D0-4743-86AB-721C7B240B0E}" type="pres">
      <dgm:prSet presAssocID="{C5896B40-1AE6-4812-8AA0-62EBAD06D4CD}" presName="linearFlow" presStyleCnt="0">
        <dgm:presLayoutVars>
          <dgm:resizeHandles val="exact"/>
        </dgm:presLayoutVars>
      </dgm:prSet>
      <dgm:spPr/>
    </dgm:pt>
    <dgm:pt modelId="{F53F80E4-78EB-4CE7-853D-E703C27FF1D1}" type="pres">
      <dgm:prSet presAssocID="{1D36CDF2-D184-4FC3-96B9-833C595F106F}" presName="node" presStyleLbl="node1" presStyleIdx="0" presStyleCnt="5">
        <dgm:presLayoutVars>
          <dgm:bulletEnabled val="1"/>
        </dgm:presLayoutVars>
      </dgm:prSet>
      <dgm:spPr>
        <a:prstGeom prst="rect">
          <a:avLst/>
        </a:prstGeom>
      </dgm:spPr>
    </dgm:pt>
    <dgm:pt modelId="{9F2C2DE7-F759-4437-934F-72BA09FD15A0}" type="pres">
      <dgm:prSet presAssocID="{918D0C1C-553A-42E4-BFD2-12586C90061C}" presName="sibTrans" presStyleLbl="sibTrans2D1" presStyleIdx="0" presStyleCnt="4"/>
      <dgm:spPr/>
    </dgm:pt>
    <dgm:pt modelId="{745FC8F0-02A0-4AEC-A448-65E4B64CAC8B}" type="pres">
      <dgm:prSet presAssocID="{918D0C1C-553A-42E4-BFD2-12586C90061C}" presName="connectorText" presStyleLbl="sibTrans2D1" presStyleIdx="0" presStyleCnt="4"/>
      <dgm:spPr/>
    </dgm:pt>
    <dgm:pt modelId="{3979AFE4-7CF5-4D9A-9C55-5FE12116DD34}" type="pres">
      <dgm:prSet presAssocID="{21330EFF-DF55-44EA-9DFB-C05D146242FF}" presName="node" presStyleLbl="node1" presStyleIdx="1" presStyleCnt="5" custLinFactNeighborY="-44137">
        <dgm:presLayoutVars>
          <dgm:bulletEnabled val="1"/>
        </dgm:presLayoutVars>
      </dgm:prSet>
      <dgm:spPr>
        <a:prstGeom prst="rect">
          <a:avLst/>
        </a:prstGeom>
      </dgm:spPr>
    </dgm:pt>
    <dgm:pt modelId="{9D974FA0-D467-4A4A-B5FA-A049D9EDFA7F}" type="pres">
      <dgm:prSet presAssocID="{DD513CB8-D3DF-4E71-8AB1-88BCEABABE3E}" presName="sibTrans" presStyleLbl="sibTrans2D1" presStyleIdx="1" presStyleCnt="4" custScaleX="117217" custLinFactNeighborX="2618" custLinFactNeighborY="8917"/>
      <dgm:spPr/>
    </dgm:pt>
    <dgm:pt modelId="{6C80A9B1-962E-40F0-ABF5-B5ED5249CA73}" type="pres">
      <dgm:prSet presAssocID="{DD513CB8-D3DF-4E71-8AB1-88BCEABABE3E}" presName="connectorText" presStyleLbl="sibTrans2D1" presStyleIdx="1" presStyleCnt="4"/>
      <dgm:spPr/>
    </dgm:pt>
    <dgm:pt modelId="{79B4AE7B-0B6E-4D19-B1DE-87E70D9FD7D5}" type="pres">
      <dgm:prSet presAssocID="{766811C7-F113-43D8-BB97-3B8F3C789197}" presName="node" presStyleLbl="node1" presStyleIdx="2" presStyleCnt="5" custLinFactNeighborX="-557" custLinFactNeighborY="60187">
        <dgm:presLayoutVars>
          <dgm:bulletEnabled val="1"/>
        </dgm:presLayoutVars>
      </dgm:prSet>
      <dgm:spPr>
        <a:prstGeom prst="rect">
          <a:avLst/>
        </a:prstGeom>
      </dgm:spPr>
    </dgm:pt>
    <dgm:pt modelId="{E0DBDF98-0635-4BDF-9BB1-45E444237B9E}" type="pres">
      <dgm:prSet presAssocID="{648F83B2-1937-4C28-9C16-2AD6FF8034A3}" presName="sibTrans" presStyleLbl="sibTrans2D1" presStyleIdx="2" presStyleCnt="4"/>
      <dgm:spPr/>
    </dgm:pt>
    <dgm:pt modelId="{ABC458CD-8D18-4C65-99DD-C0B663973BAF}" type="pres">
      <dgm:prSet presAssocID="{648F83B2-1937-4C28-9C16-2AD6FF8034A3}" presName="connectorText" presStyleLbl="sibTrans2D1" presStyleIdx="2" presStyleCnt="4"/>
      <dgm:spPr/>
    </dgm:pt>
    <dgm:pt modelId="{DB5A9249-CFED-4983-AC78-0A4E99751898}" type="pres">
      <dgm:prSet presAssocID="{9F069F72-08A0-4EF7-A288-5409BA7144D6}" presName="node" presStyleLbl="node1" presStyleIdx="3" presStyleCnt="5" custLinFactNeighborX="557" custLinFactNeighborY="30093">
        <dgm:presLayoutVars>
          <dgm:bulletEnabled val="1"/>
        </dgm:presLayoutVars>
      </dgm:prSet>
      <dgm:spPr>
        <a:prstGeom prst="rect">
          <a:avLst/>
        </a:prstGeom>
      </dgm:spPr>
    </dgm:pt>
    <dgm:pt modelId="{C837E3C4-2B1A-41D6-B61B-FD52FC9D5F36}" type="pres">
      <dgm:prSet presAssocID="{155D3DEE-6653-4E2A-98B2-E8E211CFB209}" presName="sibTrans" presStyleLbl="sibTrans2D1" presStyleIdx="3" presStyleCnt="4"/>
      <dgm:spPr/>
    </dgm:pt>
    <dgm:pt modelId="{5B3E06FD-7E3F-492B-9F3B-0992D783D554}" type="pres">
      <dgm:prSet presAssocID="{155D3DEE-6653-4E2A-98B2-E8E211CFB209}" presName="connectorText" presStyleLbl="sibTrans2D1" presStyleIdx="3" presStyleCnt="4"/>
      <dgm:spPr/>
    </dgm:pt>
    <dgm:pt modelId="{33D0C8E7-EBD0-4A51-99D5-16F2649DC85F}" type="pres">
      <dgm:prSet presAssocID="{1CB466D5-1182-41CA-A28C-AED3D8357BDA}" presName="node" presStyleLbl="node1" presStyleIdx="4" presStyleCnt="5">
        <dgm:presLayoutVars>
          <dgm:bulletEnabled val="1"/>
        </dgm:presLayoutVars>
      </dgm:prSet>
      <dgm:spPr>
        <a:prstGeom prst="rect">
          <a:avLst/>
        </a:prstGeom>
      </dgm:spPr>
    </dgm:pt>
  </dgm:ptLst>
  <dgm:cxnLst>
    <dgm:cxn modelId="{1AC6CA08-367C-406C-AD46-57BE35A4B9AB}" srcId="{C5896B40-1AE6-4812-8AA0-62EBAD06D4CD}" destId="{21330EFF-DF55-44EA-9DFB-C05D146242FF}" srcOrd="1" destOrd="0" parTransId="{3E56B912-8E21-4CF5-8C00-6741AFBDE6D2}" sibTransId="{DD513CB8-D3DF-4E71-8AB1-88BCEABABE3E}"/>
    <dgm:cxn modelId="{9780CF0F-378E-49AB-9EFA-46336F50B0E7}" srcId="{C5896B40-1AE6-4812-8AA0-62EBAD06D4CD}" destId="{766811C7-F113-43D8-BB97-3B8F3C789197}" srcOrd="2" destOrd="0" parTransId="{80F7F0CB-4A51-41F8-BB30-DB9DDFC09E5D}" sibTransId="{648F83B2-1937-4C28-9C16-2AD6FF8034A3}"/>
    <dgm:cxn modelId="{E5418212-7D64-4342-AFA7-BD98044E56EB}" srcId="{C5896B40-1AE6-4812-8AA0-62EBAD06D4CD}" destId="{1D36CDF2-D184-4FC3-96B9-833C595F106F}" srcOrd="0" destOrd="0" parTransId="{EBD42DFC-84A5-4AC2-A288-E42B228647A6}" sibTransId="{918D0C1C-553A-42E4-BFD2-12586C90061C}"/>
    <dgm:cxn modelId="{3AB5FE14-C484-4320-85F0-BCDC52730F66}" type="presOf" srcId="{766811C7-F113-43D8-BB97-3B8F3C789197}" destId="{79B4AE7B-0B6E-4D19-B1DE-87E70D9FD7D5}" srcOrd="0" destOrd="0" presId="urn:microsoft.com/office/officeart/2005/8/layout/process2"/>
    <dgm:cxn modelId="{8E8A0245-401C-46A0-9C56-FF05F4642B52}" srcId="{C5896B40-1AE6-4812-8AA0-62EBAD06D4CD}" destId="{9F069F72-08A0-4EF7-A288-5409BA7144D6}" srcOrd="3" destOrd="0" parTransId="{1F79A94E-DE11-4830-87E8-8E0C735E0965}" sibTransId="{155D3DEE-6653-4E2A-98B2-E8E211CFB209}"/>
    <dgm:cxn modelId="{07B73446-629C-4F19-978A-40121D92707B}" type="presOf" srcId="{DD513CB8-D3DF-4E71-8AB1-88BCEABABE3E}" destId="{6C80A9B1-962E-40F0-ABF5-B5ED5249CA73}" srcOrd="1" destOrd="0" presId="urn:microsoft.com/office/officeart/2005/8/layout/process2"/>
    <dgm:cxn modelId="{C38E1B69-049D-4E7D-88FE-F99A2D732D58}" type="presOf" srcId="{918D0C1C-553A-42E4-BFD2-12586C90061C}" destId="{745FC8F0-02A0-4AEC-A448-65E4B64CAC8B}" srcOrd="1" destOrd="0" presId="urn:microsoft.com/office/officeart/2005/8/layout/process2"/>
    <dgm:cxn modelId="{09E2D54F-4262-4C8A-A099-732CAA62FB9A}" type="presOf" srcId="{648F83B2-1937-4C28-9C16-2AD6FF8034A3}" destId="{ABC458CD-8D18-4C65-99DD-C0B663973BAF}" srcOrd="1" destOrd="0" presId="urn:microsoft.com/office/officeart/2005/8/layout/process2"/>
    <dgm:cxn modelId="{8F4DBB72-D1A0-4843-9D5D-C4B93707D3C1}" type="presOf" srcId="{155D3DEE-6653-4E2A-98B2-E8E211CFB209}" destId="{C837E3C4-2B1A-41D6-B61B-FD52FC9D5F36}" srcOrd="0" destOrd="0" presId="urn:microsoft.com/office/officeart/2005/8/layout/process2"/>
    <dgm:cxn modelId="{0F602F87-5E4D-49FD-8656-12F0FCD7C125}" type="presOf" srcId="{1CB466D5-1182-41CA-A28C-AED3D8357BDA}" destId="{33D0C8E7-EBD0-4A51-99D5-16F2649DC85F}" srcOrd="0" destOrd="0" presId="urn:microsoft.com/office/officeart/2005/8/layout/process2"/>
    <dgm:cxn modelId="{61C5438F-A989-4528-B586-48768F9E5E11}" type="presOf" srcId="{1D36CDF2-D184-4FC3-96B9-833C595F106F}" destId="{F53F80E4-78EB-4CE7-853D-E703C27FF1D1}" srcOrd="0" destOrd="0" presId="urn:microsoft.com/office/officeart/2005/8/layout/process2"/>
    <dgm:cxn modelId="{3F5A4E97-1E49-47B4-9A90-384215ACF26B}" type="presOf" srcId="{C5896B40-1AE6-4812-8AA0-62EBAD06D4CD}" destId="{A02BF534-D6D0-4743-86AB-721C7B240B0E}" srcOrd="0" destOrd="0" presId="urn:microsoft.com/office/officeart/2005/8/layout/process2"/>
    <dgm:cxn modelId="{CEF3B79B-DDF9-4888-B2DB-1389B75BC8E7}" type="presOf" srcId="{155D3DEE-6653-4E2A-98B2-E8E211CFB209}" destId="{5B3E06FD-7E3F-492B-9F3B-0992D783D554}" srcOrd="1" destOrd="0" presId="urn:microsoft.com/office/officeart/2005/8/layout/process2"/>
    <dgm:cxn modelId="{C5A426B5-D125-4DE5-8CE7-4D772AED39B5}" type="presOf" srcId="{21330EFF-DF55-44EA-9DFB-C05D146242FF}" destId="{3979AFE4-7CF5-4D9A-9C55-5FE12116DD34}" srcOrd="0" destOrd="0" presId="urn:microsoft.com/office/officeart/2005/8/layout/process2"/>
    <dgm:cxn modelId="{69D9CAB6-EA84-4578-8103-D34A41E49B41}" type="presOf" srcId="{918D0C1C-553A-42E4-BFD2-12586C90061C}" destId="{9F2C2DE7-F759-4437-934F-72BA09FD15A0}" srcOrd="0" destOrd="0" presId="urn:microsoft.com/office/officeart/2005/8/layout/process2"/>
    <dgm:cxn modelId="{BFBB4DC9-2142-494F-A583-1BFE2651A420}" srcId="{C5896B40-1AE6-4812-8AA0-62EBAD06D4CD}" destId="{1CB466D5-1182-41CA-A28C-AED3D8357BDA}" srcOrd="4" destOrd="0" parTransId="{4233489C-F56C-4742-A819-58D335E70CC5}" sibTransId="{D8417A14-05D6-4E99-AE97-8C72100E4CDA}"/>
    <dgm:cxn modelId="{E27D50E1-C4B1-454B-A515-26277FDA0401}" type="presOf" srcId="{DD513CB8-D3DF-4E71-8AB1-88BCEABABE3E}" destId="{9D974FA0-D467-4A4A-B5FA-A049D9EDFA7F}" srcOrd="0" destOrd="0" presId="urn:microsoft.com/office/officeart/2005/8/layout/process2"/>
    <dgm:cxn modelId="{7F5CA6EC-9CD8-4CC1-B3FF-AD949A2EA892}" type="presOf" srcId="{9F069F72-08A0-4EF7-A288-5409BA7144D6}" destId="{DB5A9249-CFED-4983-AC78-0A4E99751898}" srcOrd="0" destOrd="0" presId="urn:microsoft.com/office/officeart/2005/8/layout/process2"/>
    <dgm:cxn modelId="{54AFD5F5-1D48-47B9-85FC-83CA75908E3A}" type="presOf" srcId="{648F83B2-1937-4C28-9C16-2AD6FF8034A3}" destId="{E0DBDF98-0635-4BDF-9BB1-45E444237B9E}" srcOrd="0" destOrd="0" presId="urn:microsoft.com/office/officeart/2005/8/layout/process2"/>
    <dgm:cxn modelId="{02049718-049F-49A6-B072-0769FAF84462}" type="presParOf" srcId="{A02BF534-D6D0-4743-86AB-721C7B240B0E}" destId="{F53F80E4-78EB-4CE7-853D-E703C27FF1D1}" srcOrd="0" destOrd="0" presId="urn:microsoft.com/office/officeart/2005/8/layout/process2"/>
    <dgm:cxn modelId="{DFD426FD-E5DD-400B-903F-6D4F7FFA5BA1}" type="presParOf" srcId="{A02BF534-D6D0-4743-86AB-721C7B240B0E}" destId="{9F2C2DE7-F759-4437-934F-72BA09FD15A0}" srcOrd="1" destOrd="0" presId="urn:microsoft.com/office/officeart/2005/8/layout/process2"/>
    <dgm:cxn modelId="{40DED89F-859D-42A5-A5C3-E306B10F2232}" type="presParOf" srcId="{9F2C2DE7-F759-4437-934F-72BA09FD15A0}" destId="{745FC8F0-02A0-4AEC-A448-65E4B64CAC8B}" srcOrd="0" destOrd="0" presId="urn:microsoft.com/office/officeart/2005/8/layout/process2"/>
    <dgm:cxn modelId="{9C7D6ECA-1429-4217-9E88-09331BAA269F}" type="presParOf" srcId="{A02BF534-D6D0-4743-86AB-721C7B240B0E}" destId="{3979AFE4-7CF5-4D9A-9C55-5FE12116DD34}" srcOrd="2" destOrd="0" presId="urn:microsoft.com/office/officeart/2005/8/layout/process2"/>
    <dgm:cxn modelId="{C3DE4571-DCFB-4C38-82C1-719160B5D55A}" type="presParOf" srcId="{A02BF534-D6D0-4743-86AB-721C7B240B0E}" destId="{9D974FA0-D467-4A4A-B5FA-A049D9EDFA7F}" srcOrd="3" destOrd="0" presId="urn:microsoft.com/office/officeart/2005/8/layout/process2"/>
    <dgm:cxn modelId="{B168AC51-56B5-4B91-B9D5-296669E08450}" type="presParOf" srcId="{9D974FA0-D467-4A4A-B5FA-A049D9EDFA7F}" destId="{6C80A9B1-962E-40F0-ABF5-B5ED5249CA73}" srcOrd="0" destOrd="0" presId="urn:microsoft.com/office/officeart/2005/8/layout/process2"/>
    <dgm:cxn modelId="{F86877CF-7397-497F-8AC5-47FD98BE735C}" type="presParOf" srcId="{A02BF534-D6D0-4743-86AB-721C7B240B0E}" destId="{79B4AE7B-0B6E-4D19-B1DE-87E70D9FD7D5}" srcOrd="4" destOrd="0" presId="urn:microsoft.com/office/officeart/2005/8/layout/process2"/>
    <dgm:cxn modelId="{80FE9DA7-A412-42A4-AD55-49AA28CC6C56}" type="presParOf" srcId="{A02BF534-D6D0-4743-86AB-721C7B240B0E}" destId="{E0DBDF98-0635-4BDF-9BB1-45E444237B9E}" srcOrd="5" destOrd="0" presId="urn:microsoft.com/office/officeart/2005/8/layout/process2"/>
    <dgm:cxn modelId="{588AA7B3-DCEC-4F2E-9AC5-CA013C519276}" type="presParOf" srcId="{E0DBDF98-0635-4BDF-9BB1-45E444237B9E}" destId="{ABC458CD-8D18-4C65-99DD-C0B663973BAF}" srcOrd="0" destOrd="0" presId="urn:microsoft.com/office/officeart/2005/8/layout/process2"/>
    <dgm:cxn modelId="{48745662-8100-482B-9BE0-697CFF741CAC}" type="presParOf" srcId="{A02BF534-D6D0-4743-86AB-721C7B240B0E}" destId="{DB5A9249-CFED-4983-AC78-0A4E99751898}" srcOrd="6" destOrd="0" presId="urn:microsoft.com/office/officeart/2005/8/layout/process2"/>
    <dgm:cxn modelId="{0F34404D-642A-44C3-84A8-5273068A8B46}" type="presParOf" srcId="{A02BF534-D6D0-4743-86AB-721C7B240B0E}" destId="{C837E3C4-2B1A-41D6-B61B-FD52FC9D5F36}" srcOrd="7" destOrd="0" presId="urn:microsoft.com/office/officeart/2005/8/layout/process2"/>
    <dgm:cxn modelId="{B32F5651-B13C-4AB1-A6A8-F4C815A3CE63}" type="presParOf" srcId="{C837E3C4-2B1A-41D6-B61B-FD52FC9D5F36}" destId="{5B3E06FD-7E3F-492B-9F3B-0992D783D554}" srcOrd="0" destOrd="0" presId="urn:microsoft.com/office/officeart/2005/8/layout/process2"/>
    <dgm:cxn modelId="{98F18B2A-2036-4273-9DB2-9BE6DD938624}" type="presParOf" srcId="{A02BF534-D6D0-4743-86AB-721C7B240B0E}" destId="{33D0C8E7-EBD0-4A51-99D5-16F2649DC85F}"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C2DDB-F8AF-4B84-99DE-4ED33D311FD9}">
      <dsp:nvSpPr>
        <dsp:cNvPr id="0" name=""/>
        <dsp:cNvSpPr/>
      </dsp:nvSpPr>
      <dsp:spPr>
        <a:xfrm>
          <a:off x="4164029" y="1857063"/>
          <a:ext cx="2244926" cy="779230"/>
        </a:xfrm>
        <a:custGeom>
          <a:avLst/>
          <a:gdLst/>
          <a:ahLst/>
          <a:cxnLst/>
          <a:rect l="0" t="0" r="0" b="0"/>
          <a:pathLst>
            <a:path>
              <a:moveTo>
                <a:pt x="0" y="0"/>
              </a:moveTo>
              <a:lnTo>
                <a:pt x="0" y="389615"/>
              </a:lnTo>
              <a:lnTo>
                <a:pt x="2244926" y="389615"/>
              </a:lnTo>
              <a:lnTo>
                <a:pt x="2244926" y="7792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EC2F2D-06A9-4BF1-9107-1F95F5ACD19E}">
      <dsp:nvSpPr>
        <dsp:cNvPr id="0" name=""/>
        <dsp:cNvSpPr/>
      </dsp:nvSpPr>
      <dsp:spPr>
        <a:xfrm>
          <a:off x="1919102" y="1857063"/>
          <a:ext cx="2244926" cy="779230"/>
        </a:xfrm>
        <a:custGeom>
          <a:avLst/>
          <a:gdLst/>
          <a:ahLst/>
          <a:cxnLst/>
          <a:rect l="0" t="0" r="0" b="0"/>
          <a:pathLst>
            <a:path>
              <a:moveTo>
                <a:pt x="2244926" y="0"/>
              </a:moveTo>
              <a:lnTo>
                <a:pt x="2244926" y="389615"/>
              </a:lnTo>
              <a:lnTo>
                <a:pt x="0" y="389615"/>
              </a:lnTo>
              <a:lnTo>
                <a:pt x="0" y="7792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5202C9-E10D-4161-89FE-8FA87BAC4A31}">
      <dsp:nvSpPr>
        <dsp:cNvPr id="0" name=""/>
        <dsp:cNvSpPr/>
      </dsp:nvSpPr>
      <dsp:spPr>
        <a:xfrm>
          <a:off x="2308718" y="1752"/>
          <a:ext cx="3710621" cy="18553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t>To examine the impact of glycosyrin on the glycosylation of the apoplastic proteome of </a:t>
          </a:r>
          <a:r>
            <a:rPr lang="en-GB" sz="2500" i="1" kern="1200" dirty="0" err="1"/>
            <a:t>Nictotiana</a:t>
          </a:r>
          <a:r>
            <a:rPr lang="en-GB" sz="2500" i="1" kern="1200" dirty="0"/>
            <a:t> benthamiana</a:t>
          </a:r>
          <a:r>
            <a:rPr lang="en-GB" sz="2500" kern="1200" dirty="0"/>
            <a:t>.</a:t>
          </a:r>
        </a:p>
      </dsp:txBody>
      <dsp:txXfrm>
        <a:off x="2308718" y="1752"/>
        <a:ext cx="3710621" cy="1855310"/>
      </dsp:txXfrm>
    </dsp:sp>
    <dsp:sp modelId="{087AB363-65B3-4D00-A64B-A3AA23738FD9}">
      <dsp:nvSpPr>
        <dsp:cNvPr id="0" name=""/>
        <dsp:cNvSpPr/>
      </dsp:nvSpPr>
      <dsp:spPr>
        <a:xfrm>
          <a:off x="63792" y="2636293"/>
          <a:ext cx="3710621" cy="18553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t>Western blots of the apoplastic proteome using two different lectins </a:t>
          </a:r>
          <a:r>
            <a:rPr lang="en-GB" sz="2500" kern="1200" dirty="0" err="1"/>
            <a:t>ConA</a:t>
          </a:r>
          <a:r>
            <a:rPr lang="en-GB" sz="2500" kern="1200" dirty="0"/>
            <a:t> and RCAI.</a:t>
          </a:r>
        </a:p>
      </dsp:txBody>
      <dsp:txXfrm>
        <a:off x="63792" y="2636293"/>
        <a:ext cx="3710621" cy="1855310"/>
      </dsp:txXfrm>
    </dsp:sp>
    <dsp:sp modelId="{0021346D-EFF2-451F-AB85-420F2DADF693}">
      <dsp:nvSpPr>
        <dsp:cNvPr id="0" name=""/>
        <dsp:cNvSpPr/>
      </dsp:nvSpPr>
      <dsp:spPr>
        <a:xfrm>
          <a:off x="4553644" y="2636293"/>
          <a:ext cx="3710621" cy="18553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t>Comparing the fluorescence in leaf samples infiltrated with either the empty vector or glycosyrin and then later FDG.</a:t>
          </a:r>
        </a:p>
      </dsp:txBody>
      <dsp:txXfrm>
        <a:off x="4553644" y="2636293"/>
        <a:ext cx="3710621" cy="185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F80E4-78EB-4CE7-853D-E703C27FF1D1}">
      <dsp:nvSpPr>
        <dsp:cNvPr id="0" name=""/>
        <dsp:cNvSpPr/>
      </dsp:nvSpPr>
      <dsp:spPr>
        <a:xfrm>
          <a:off x="23579" y="803"/>
          <a:ext cx="1691563" cy="939757"/>
        </a:xfrm>
        <a:prstGeom prst="rect">
          <a:avLst/>
        </a:prstGeom>
        <a:solidFill>
          <a:srgbClr val="009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1. Inoculation.</a:t>
          </a:r>
        </a:p>
      </dsp:txBody>
      <dsp:txXfrm>
        <a:off x="23579" y="803"/>
        <a:ext cx="1691563" cy="939757"/>
      </dsp:txXfrm>
    </dsp:sp>
    <dsp:sp modelId="{9F2C2DE7-F759-4437-934F-72BA09FD15A0}">
      <dsp:nvSpPr>
        <dsp:cNvPr id="0" name=""/>
        <dsp:cNvSpPr/>
      </dsp:nvSpPr>
      <dsp:spPr>
        <a:xfrm rot="5400000">
          <a:off x="770927" y="860359"/>
          <a:ext cx="196866" cy="422890"/>
        </a:xfrm>
        <a:prstGeom prst="rightArrow">
          <a:avLst>
            <a:gd name="adj1" fmla="val 60000"/>
            <a:gd name="adj2" fmla="val 50000"/>
          </a:avLst>
        </a:prstGeom>
        <a:solidFill>
          <a:srgbClr val="009C59"/>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5400000">
        <a:off x="742493" y="973371"/>
        <a:ext cx="253734" cy="137806"/>
      </dsp:txXfrm>
    </dsp:sp>
    <dsp:sp modelId="{3979AFE4-7CF5-4D9A-9C55-5FE12116DD34}">
      <dsp:nvSpPr>
        <dsp:cNvPr id="0" name=""/>
        <dsp:cNvSpPr/>
      </dsp:nvSpPr>
      <dsp:spPr>
        <a:xfrm>
          <a:off x="23579" y="1203049"/>
          <a:ext cx="1691563" cy="939757"/>
        </a:xfrm>
        <a:prstGeom prst="rect">
          <a:avLst/>
        </a:prstGeom>
        <a:solidFill>
          <a:srgbClr val="009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2. Agroinfiltration. </a:t>
          </a:r>
        </a:p>
      </dsp:txBody>
      <dsp:txXfrm>
        <a:off x="23579" y="1203049"/>
        <a:ext cx="1691563" cy="939757"/>
      </dsp:txXfrm>
    </dsp:sp>
    <dsp:sp modelId="{9D974FA0-D467-4A4A-B5FA-A049D9EDFA7F}">
      <dsp:nvSpPr>
        <dsp:cNvPr id="0" name=""/>
        <dsp:cNvSpPr/>
      </dsp:nvSpPr>
      <dsp:spPr>
        <a:xfrm rot="5417049">
          <a:off x="461481" y="2449108"/>
          <a:ext cx="844038" cy="422890"/>
        </a:xfrm>
        <a:prstGeom prst="rightArrow">
          <a:avLst>
            <a:gd name="adj1" fmla="val 60000"/>
            <a:gd name="adj2" fmla="val 50000"/>
          </a:avLst>
        </a:prstGeom>
        <a:solidFill>
          <a:srgbClr val="009C59"/>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dirty="0"/>
        </a:p>
      </dsp:txBody>
      <dsp:txXfrm rot="-5400000">
        <a:off x="756947" y="2238535"/>
        <a:ext cx="253734" cy="717171"/>
      </dsp:txXfrm>
    </dsp:sp>
    <dsp:sp modelId="{79B4AE7B-0B6E-4D19-B1DE-87E70D9FD7D5}">
      <dsp:nvSpPr>
        <dsp:cNvPr id="0" name=""/>
        <dsp:cNvSpPr/>
      </dsp:nvSpPr>
      <dsp:spPr>
        <a:xfrm>
          <a:off x="14157" y="3102882"/>
          <a:ext cx="1691563" cy="939757"/>
        </a:xfrm>
        <a:prstGeom prst="rect">
          <a:avLst/>
        </a:prstGeom>
        <a:solidFill>
          <a:srgbClr val="009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3. Apoplastic Fluid Extraction.  </a:t>
          </a:r>
        </a:p>
      </dsp:txBody>
      <dsp:txXfrm>
        <a:off x="14157" y="3102882"/>
        <a:ext cx="1691563" cy="939757"/>
      </dsp:txXfrm>
    </dsp:sp>
    <dsp:sp modelId="{E0DBDF98-0635-4BDF-9BB1-45E444237B9E}">
      <dsp:nvSpPr>
        <dsp:cNvPr id="0" name=""/>
        <dsp:cNvSpPr/>
      </dsp:nvSpPr>
      <dsp:spPr>
        <a:xfrm rot="5348924">
          <a:off x="746169" y="3995431"/>
          <a:ext cx="246382" cy="422890"/>
        </a:xfrm>
        <a:prstGeom prst="rightArrow">
          <a:avLst>
            <a:gd name="adj1" fmla="val 60000"/>
            <a:gd name="adj2" fmla="val 50000"/>
          </a:avLst>
        </a:prstGeom>
        <a:solidFill>
          <a:srgbClr val="009C59"/>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rot="-5400000">
        <a:off x="741944" y="4083689"/>
        <a:ext cx="253734" cy="172467"/>
      </dsp:txXfrm>
    </dsp:sp>
    <dsp:sp modelId="{DB5A9249-CFED-4983-AC78-0A4E99751898}">
      <dsp:nvSpPr>
        <dsp:cNvPr id="0" name=""/>
        <dsp:cNvSpPr/>
      </dsp:nvSpPr>
      <dsp:spPr>
        <a:xfrm>
          <a:off x="33001" y="4371113"/>
          <a:ext cx="1691563" cy="939757"/>
        </a:xfrm>
        <a:prstGeom prst="rect">
          <a:avLst/>
        </a:prstGeom>
        <a:solidFill>
          <a:srgbClr val="009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4. FDG Assay.</a:t>
          </a:r>
        </a:p>
      </dsp:txBody>
      <dsp:txXfrm>
        <a:off x="33001" y="4371113"/>
        <a:ext cx="1691563" cy="939757"/>
      </dsp:txXfrm>
    </dsp:sp>
    <dsp:sp modelId="{C837E3C4-2B1A-41D6-B61B-FD52FC9D5F36}">
      <dsp:nvSpPr>
        <dsp:cNvPr id="0" name=""/>
        <dsp:cNvSpPr/>
      </dsp:nvSpPr>
      <dsp:spPr>
        <a:xfrm rot="5425539">
          <a:off x="750889" y="5263664"/>
          <a:ext cx="246365" cy="422890"/>
        </a:xfrm>
        <a:prstGeom prst="rightArrow">
          <a:avLst>
            <a:gd name="adj1" fmla="val 60000"/>
            <a:gd name="adj2" fmla="val 50000"/>
          </a:avLst>
        </a:prstGeom>
        <a:solidFill>
          <a:srgbClr val="009C59"/>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rot="-5400000">
        <a:off x="747479" y="5351928"/>
        <a:ext cx="253734" cy="172456"/>
      </dsp:txXfrm>
    </dsp:sp>
    <dsp:sp modelId="{33D0C8E7-EBD0-4A51-99D5-16F2649DC85F}">
      <dsp:nvSpPr>
        <dsp:cNvPr id="0" name=""/>
        <dsp:cNvSpPr/>
      </dsp:nvSpPr>
      <dsp:spPr>
        <a:xfrm>
          <a:off x="23579" y="5639349"/>
          <a:ext cx="1691563" cy="939757"/>
        </a:xfrm>
        <a:prstGeom prst="rect">
          <a:avLst/>
        </a:prstGeom>
        <a:solidFill>
          <a:srgbClr val="009C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5. Lectin Blotting.</a:t>
          </a:r>
        </a:p>
      </dsp:txBody>
      <dsp:txXfrm>
        <a:off x="23579" y="5639349"/>
        <a:ext cx="1691563" cy="93975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B5DC2-02FD-D0CD-600E-AB6AFCD74D9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8E4B3E5-4D03-95CA-4A59-5E83F8800E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50B320B-B3AE-0B1E-1A53-70F3D3939D28}"/>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5" name="Footer Placeholder 4">
            <a:extLst>
              <a:ext uri="{FF2B5EF4-FFF2-40B4-BE49-F238E27FC236}">
                <a16:creationId xmlns:a16="http://schemas.microsoft.com/office/drawing/2014/main" id="{2F9F9AB9-D4F6-BFB6-AF82-0294E8700A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1D79B5-6B14-23AB-F52C-D300FEC122FD}"/>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318586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855DE-3945-EA0A-E37D-635091215DD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450DF16-F2AB-1346-8999-712DC7AB3B3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6D3F3BC-DCC7-C219-E0B6-E8F22009BB30}"/>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5" name="Footer Placeholder 4">
            <a:extLst>
              <a:ext uri="{FF2B5EF4-FFF2-40B4-BE49-F238E27FC236}">
                <a16:creationId xmlns:a16="http://schemas.microsoft.com/office/drawing/2014/main" id="{FCA60993-E55C-D0FA-C8FA-D18CBE8815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9519F5-8AF3-1E6A-674E-4A51C7B28808}"/>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2941037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7127-D9B0-0A6A-DA50-4960DE37A0B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1288E523-F827-7033-373B-FC298CA406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BDFDE33-DAE0-7F13-1BD4-FF9BC217631C}"/>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5" name="Footer Placeholder 4">
            <a:extLst>
              <a:ext uri="{FF2B5EF4-FFF2-40B4-BE49-F238E27FC236}">
                <a16:creationId xmlns:a16="http://schemas.microsoft.com/office/drawing/2014/main" id="{1FB4B1AB-CE4C-D873-FD01-299222E78E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2A5D6C-CFCB-CC3B-3DCE-64BA7771B0AB}"/>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1368298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24D79-4356-70E5-7EAB-7E42AAAE21A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CE68398-14B7-5E5A-426E-CBA07A0351C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0B9E8190-08DE-E479-7B65-2384441D6DC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AE1B2536-5BD9-8E27-E50D-E7E3A713A2F8}"/>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6" name="Footer Placeholder 5">
            <a:extLst>
              <a:ext uri="{FF2B5EF4-FFF2-40B4-BE49-F238E27FC236}">
                <a16:creationId xmlns:a16="http://schemas.microsoft.com/office/drawing/2014/main" id="{914E8E8D-A004-5988-F3A0-DEB4D192B5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4F9158-F5F7-0C14-6D72-A4C4CFBF1FDA}"/>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2599484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0AF0-D0FC-AC35-F0F1-E57A528AD4C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EE11DA6-BEAD-ACA6-FD33-30BB463E7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680978-4DF5-77A9-01D8-57E0CC94745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85967B5-2DBE-DAF8-29DD-F2715C5C72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6031C15-94D4-A61D-3BA9-06C8C10DA7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3EA3379-6E1B-BAA9-DF8B-7C37BFF755A9}"/>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8" name="Footer Placeholder 7">
            <a:extLst>
              <a:ext uri="{FF2B5EF4-FFF2-40B4-BE49-F238E27FC236}">
                <a16:creationId xmlns:a16="http://schemas.microsoft.com/office/drawing/2014/main" id="{DE43D91C-80F6-97C6-E85C-E29D4882316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69CF220-0CF9-9C32-FB41-89BD70A047E6}"/>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1572294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A316F-E4B0-EEC2-AB6F-C562D9C738A2}"/>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99F3C5D-ED63-BBC5-E62A-2DB0652233F6}"/>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4" name="Footer Placeholder 3">
            <a:extLst>
              <a:ext uri="{FF2B5EF4-FFF2-40B4-BE49-F238E27FC236}">
                <a16:creationId xmlns:a16="http://schemas.microsoft.com/office/drawing/2014/main" id="{2E5CAB1F-8DDB-43CC-92FD-DD604BB209A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1F02EE0-F1D8-0950-BDB6-934AF76DD560}"/>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1835048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F61D04-7EAB-C3C6-8A77-5839F6CE987D}"/>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3" name="Footer Placeholder 2">
            <a:extLst>
              <a:ext uri="{FF2B5EF4-FFF2-40B4-BE49-F238E27FC236}">
                <a16:creationId xmlns:a16="http://schemas.microsoft.com/office/drawing/2014/main" id="{2A4DEE47-154C-E3A3-0C93-5885DCA8460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A936AC9-B640-0B5C-CF88-7C59D54875A7}"/>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2553346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8B48-355E-0422-A2CF-D90BC247CBF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A272B1E3-6AB0-BBBD-03DE-BFD59E515A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990D347-1131-1A23-3799-FD40E8959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FDFDCD-F6E1-B9F8-CE6A-2B6E2601915F}"/>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6" name="Footer Placeholder 5">
            <a:extLst>
              <a:ext uri="{FF2B5EF4-FFF2-40B4-BE49-F238E27FC236}">
                <a16:creationId xmlns:a16="http://schemas.microsoft.com/office/drawing/2014/main" id="{2F125997-3706-E1D4-8332-FAF221F8F8A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5E58245-B718-EB67-1C4E-E6FB0BE5675A}"/>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3561105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72F30-F09A-4A4F-DA10-D2E4E7B9EF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D809B8E-8161-B696-6E4D-CE6EBEFF49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F905081-0D55-25F2-7E44-C7D6BCBFD3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8B5215E-EC18-EBD4-6165-6240D02BD4DD}"/>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6" name="Footer Placeholder 5">
            <a:extLst>
              <a:ext uri="{FF2B5EF4-FFF2-40B4-BE49-F238E27FC236}">
                <a16:creationId xmlns:a16="http://schemas.microsoft.com/office/drawing/2014/main" id="{03D098E0-4648-0219-B7DD-0FB947806D5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7FE189C-4CC2-4D33-2561-E1ABF3959F6D}"/>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2954406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BB0CB-2741-8006-7A6C-85FFF873878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937AAE0-1F68-63A3-0327-CCB1CE82E30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D39C8B6-AC13-9533-960F-661F2173E32A}"/>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5" name="Footer Placeholder 4">
            <a:extLst>
              <a:ext uri="{FF2B5EF4-FFF2-40B4-BE49-F238E27FC236}">
                <a16:creationId xmlns:a16="http://schemas.microsoft.com/office/drawing/2014/main" id="{2D68B61B-4AB2-84E5-A424-06F63FFBEE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C24DE7-7F90-26CD-B624-77D3D5CA53A2}"/>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1881209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494133-7B9A-85E2-6E87-B5DE919F125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8DC5120-93EB-CE58-BBE4-F91D9378E2E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800D1E6-AA71-90F5-4B01-4C0D000B34D1}"/>
              </a:ext>
            </a:extLst>
          </p:cNvPr>
          <p:cNvSpPr>
            <a:spLocks noGrp="1"/>
          </p:cNvSpPr>
          <p:nvPr>
            <p:ph type="dt" sz="half" idx="10"/>
          </p:nvPr>
        </p:nvSpPr>
        <p:spPr/>
        <p:txBody>
          <a:bodyPr/>
          <a:lstStyle/>
          <a:p>
            <a:fld id="{5F2B2519-F9BD-418A-BC1B-04C7459428AC}" type="datetimeFigureOut">
              <a:rPr lang="en-GB" smtClean="0"/>
              <a:t>30/05/2026</a:t>
            </a:fld>
            <a:endParaRPr lang="en-GB"/>
          </a:p>
        </p:txBody>
      </p:sp>
      <p:sp>
        <p:nvSpPr>
          <p:cNvPr id="5" name="Footer Placeholder 4">
            <a:extLst>
              <a:ext uri="{FF2B5EF4-FFF2-40B4-BE49-F238E27FC236}">
                <a16:creationId xmlns:a16="http://schemas.microsoft.com/office/drawing/2014/main" id="{7518FAD6-4C76-5279-B86D-2BF27D1CB0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FA959C-AC24-DAF5-C1F4-4F69E6DB05EB}"/>
              </a:ext>
            </a:extLst>
          </p:cNvPr>
          <p:cNvSpPr>
            <a:spLocks noGrp="1"/>
          </p:cNvSpPr>
          <p:nvPr>
            <p:ph type="sldNum" sz="quarter" idx="12"/>
          </p:nvPr>
        </p:nvSpPr>
        <p:spPr/>
        <p:txBody>
          <a:bodyPr/>
          <a:lstStyle/>
          <a:p>
            <a:fld id="{1893CCD8-B73A-4AF1-A667-EC551F8B3324}" type="slidenum">
              <a:rPr lang="en-GB" smtClean="0"/>
              <a:t>‹#›</a:t>
            </a:fld>
            <a:endParaRPr lang="en-GB"/>
          </a:p>
        </p:txBody>
      </p:sp>
    </p:spTree>
    <p:extLst>
      <p:ext uri="{BB962C8B-B14F-4D97-AF65-F5344CB8AC3E}">
        <p14:creationId xmlns:p14="http://schemas.microsoft.com/office/powerpoint/2010/main" val="194817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2935C1-DF59-17BC-2B9A-914A4F42AC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1226744-27CB-474D-9762-EEAB76F4FE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06836EF-C0C3-077F-76E4-DA39692C3C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2B2519-F9BD-418A-BC1B-04C7459428AC}" type="datetimeFigureOut">
              <a:rPr lang="en-GB" smtClean="0"/>
              <a:t>30/05/2026</a:t>
            </a:fld>
            <a:endParaRPr lang="en-GB"/>
          </a:p>
        </p:txBody>
      </p:sp>
      <p:sp>
        <p:nvSpPr>
          <p:cNvPr id="5" name="Footer Placeholder 4">
            <a:extLst>
              <a:ext uri="{FF2B5EF4-FFF2-40B4-BE49-F238E27FC236}">
                <a16:creationId xmlns:a16="http://schemas.microsoft.com/office/drawing/2014/main" id="{925E041E-1475-66D3-B8EF-CE4BFBEE66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1E6973C-0D45-E930-CE16-CBFBC317F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3CCD8-B73A-4AF1-A667-EC551F8B3324}" type="slidenum">
              <a:rPr lang="en-GB" smtClean="0"/>
              <a:t>‹#›</a:t>
            </a:fld>
            <a:endParaRPr lang="en-GB"/>
          </a:p>
        </p:txBody>
      </p:sp>
    </p:spTree>
    <p:extLst>
      <p:ext uri="{BB962C8B-B14F-4D97-AF65-F5344CB8AC3E}">
        <p14:creationId xmlns:p14="http://schemas.microsoft.com/office/powerpoint/2010/main" val="498350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934C146-5D7A-1E33-9B3F-9AB182242457}"/>
              </a:ext>
            </a:extLst>
          </p:cNvPr>
          <p:cNvPicPr>
            <a:picLocks noChangeAspect="1"/>
          </p:cNvPicPr>
          <p:nvPr/>
        </p:nvPicPr>
        <p:blipFill>
          <a:blip r:embed="rId2">
            <a:extLst>
              <a:ext uri="{28A0092B-C50C-407E-A947-70E740481C1C}">
                <a14:useLocalDpi xmlns:a14="http://schemas.microsoft.com/office/drawing/2010/main" val="0"/>
              </a:ext>
            </a:extLst>
          </a:blip>
          <a:srcRect l="28954" t="16495" r="27243" b="8041"/>
          <a:stretch>
            <a:fillRect/>
          </a:stretch>
        </p:blipFill>
        <p:spPr>
          <a:xfrm>
            <a:off x="4355184" y="1131216"/>
            <a:ext cx="4506014" cy="5175316"/>
          </a:xfrm>
          <a:prstGeom prst="rect">
            <a:avLst/>
          </a:prstGeom>
          <a:ln w="38100">
            <a:solidFill>
              <a:srgbClr val="009C59"/>
            </a:solidFill>
          </a:ln>
        </p:spPr>
      </p:pic>
      <p:cxnSp>
        <p:nvCxnSpPr>
          <p:cNvPr id="12" name="Straight Connector 11">
            <a:extLst>
              <a:ext uri="{FF2B5EF4-FFF2-40B4-BE49-F238E27FC236}">
                <a16:creationId xmlns:a16="http://schemas.microsoft.com/office/drawing/2014/main" id="{574DF16A-F87E-7EEF-5B73-1930EE959149}"/>
              </a:ext>
            </a:extLst>
          </p:cNvPr>
          <p:cNvCxnSpPr/>
          <p:nvPr/>
        </p:nvCxnSpPr>
        <p:spPr>
          <a:xfrm>
            <a:off x="4128940" y="127261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BB449E5-7312-C1B5-0149-B5D6C64279E0}"/>
              </a:ext>
            </a:extLst>
          </p:cNvPr>
          <p:cNvCxnSpPr/>
          <p:nvPr/>
        </p:nvCxnSpPr>
        <p:spPr>
          <a:xfrm>
            <a:off x="4128940" y="1462726"/>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C0EA9C7-CF29-FEA9-0780-07A1B95D68EE}"/>
              </a:ext>
            </a:extLst>
          </p:cNvPr>
          <p:cNvCxnSpPr/>
          <p:nvPr/>
        </p:nvCxnSpPr>
        <p:spPr>
          <a:xfrm>
            <a:off x="4128940" y="1717250"/>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2102F8-DA90-3B8A-19A7-C865C0D7DC9C}"/>
              </a:ext>
            </a:extLst>
          </p:cNvPr>
          <p:cNvCxnSpPr/>
          <p:nvPr/>
        </p:nvCxnSpPr>
        <p:spPr>
          <a:xfrm>
            <a:off x="4128940" y="207546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5570DB-CA43-1A57-AB46-11FDECD5DE9A}"/>
              </a:ext>
            </a:extLst>
          </p:cNvPr>
          <p:cNvCxnSpPr/>
          <p:nvPr/>
        </p:nvCxnSpPr>
        <p:spPr>
          <a:xfrm>
            <a:off x="4121084" y="2584516"/>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2237696-1014-9005-34F4-0FAC4E2B6BE0}"/>
              </a:ext>
            </a:extLst>
          </p:cNvPr>
          <p:cNvCxnSpPr/>
          <p:nvPr/>
        </p:nvCxnSpPr>
        <p:spPr>
          <a:xfrm>
            <a:off x="4121084" y="3145411"/>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4FA8917-F5CF-40A8-0D2B-8BD47F2D88FD}"/>
              </a:ext>
            </a:extLst>
          </p:cNvPr>
          <p:cNvCxnSpPr/>
          <p:nvPr/>
        </p:nvCxnSpPr>
        <p:spPr>
          <a:xfrm>
            <a:off x="4113228" y="371101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122AB6A-9382-4C41-8A18-17F1921471D2}"/>
              </a:ext>
            </a:extLst>
          </p:cNvPr>
          <p:cNvCxnSpPr/>
          <p:nvPr/>
        </p:nvCxnSpPr>
        <p:spPr>
          <a:xfrm>
            <a:off x="4103802" y="4290767"/>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BC951D9-A9E3-4183-6116-A67CBBD39B31}"/>
              </a:ext>
            </a:extLst>
          </p:cNvPr>
          <p:cNvCxnSpPr/>
          <p:nvPr/>
        </p:nvCxnSpPr>
        <p:spPr>
          <a:xfrm>
            <a:off x="4103802" y="552567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14AE27-1AB7-3C30-4543-FA742A060CD4}"/>
              </a:ext>
            </a:extLst>
          </p:cNvPr>
          <p:cNvCxnSpPr/>
          <p:nvPr/>
        </p:nvCxnSpPr>
        <p:spPr>
          <a:xfrm>
            <a:off x="4103802" y="6166702"/>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D50BB45-E861-5860-9ADE-EB0D4C167BCD}"/>
              </a:ext>
            </a:extLst>
          </p:cNvPr>
          <p:cNvSpPr txBox="1"/>
          <p:nvPr/>
        </p:nvSpPr>
        <p:spPr>
          <a:xfrm>
            <a:off x="3617080" y="1103710"/>
            <a:ext cx="599844" cy="338554"/>
          </a:xfrm>
          <a:prstGeom prst="rect">
            <a:avLst/>
          </a:prstGeom>
          <a:noFill/>
        </p:spPr>
        <p:txBody>
          <a:bodyPr wrap="none" rtlCol="0">
            <a:spAutoFit/>
          </a:bodyPr>
          <a:lstStyle/>
          <a:p>
            <a:r>
              <a:rPr lang="en-GB" sz="1600" dirty="0"/>
              <a:t>~180</a:t>
            </a:r>
          </a:p>
        </p:txBody>
      </p:sp>
      <p:sp>
        <p:nvSpPr>
          <p:cNvPr id="23" name="TextBox 22">
            <a:extLst>
              <a:ext uri="{FF2B5EF4-FFF2-40B4-BE49-F238E27FC236}">
                <a16:creationId xmlns:a16="http://schemas.microsoft.com/office/drawing/2014/main" id="{65E41EB5-3F94-AA04-7558-59C43088B5F4}"/>
              </a:ext>
            </a:extLst>
          </p:cNvPr>
          <p:cNvSpPr txBox="1"/>
          <p:nvPr/>
        </p:nvSpPr>
        <p:spPr>
          <a:xfrm>
            <a:off x="3611834" y="1292640"/>
            <a:ext cx="599844" cy="338554"/>
          </a:xfrm>
          <a:prstGeom prst="rect">
            <a:avLst/>
          </a:prstGeom>
          <a:noFill/>
        </p:spPr>
        <p:txBody>
          <a:bodyPr wrap="none" rtlCol="0">
            <a:spAutoFit/>
          </a:bodyPr>
          <a:lstStyle/>
          <a:p>
            <a:r>
              <a:rPr lang="en-GB" sz="1600" dirty="0"/>
              <a:t>~130</a:t>
            </a:r>
          </a:p>
        </p:txBody>
      </p:sp>
      <p:sp>
        <p:nvSpPr>
          <p:cNvPr id="24" name="TextBox 23">
            <a:extLst>
              <a:ext uri="{FF2B5EF4-FFF2-40B4-BE49-F238E27FC236}">
                <a16:creationId xmlns:a16="http://schemas.microsoft.com/office/drawing/2014/main" id="{52D81E56-1A29-C806-4A34-5EE668C1DD9F}"/>
              </a:ext>
            </a:extLst>
          </p:cNvPr>
          <p:cNvSpPr txBox="1"/>
          <p:nvPr/>
        </p:nvSpPr>
        <p:spPr>
          <a:xfrm>
            <a:off x="3617080" y="1566322"/>
            <a:ext cx="599844" cy="338554"/>
          </a:xfrm>
          <a:prstGeom prst="rect">
            <a:avLst/>
          </a:prstGeom>
          <a:noFill/>
        </p:spPr>
        <p:txBody>
          <a:bodyPr wrap="none" rtlCol="0">
            <a:spAutoFit/>
          </a:bodyPr>
          <a:lstStyle/>
          <a:p>
            <a:r>
              <a:rPr lang="en-GB" sz="1600" dirty="0"/>
              <a:t>~100</a:t>
            </a:r>
          </a:p>
        </p:txBody>
      </p:sp>
      <p:sp>
        <p:nvSpPr>
          <p:cNvPr id="25" name="TextBox 24">
            <a:extLst>
              <a:ext uri="{FF2B5EF4-FFF2-40B4-BE49-F238E27FC236}">
                <a16:creationId xmlns:a16="http://schemas.microsoft.com/office/drawing/2014/main" id="{F9508161-D1D2-9221-321A-9D7F48A8A4EE}"/>
              </a:ext>
            </a:extLst>
          </p:cNvPr>
          <p:cNvSpPr txBox="1"/>
          <p:nvPr/>
        </p:nvSpPr>
        <p:spPr>
          <a:xfrm>
            <a:off x="3675671" y="1927985"/>
            <a:ext cx="495649" cy="338554"/>
          </a:xfrm>
          <a:prstGeom prst="rect">
            <a:avLst/>
          </a:prstGeom>
          <a:noFill/>
        </p:spPr>
        <p:txBody>
          <a:bodyPr wrap="none" rtlCol="0">
            <a:spAutoFit/>
          </a:bodyPr>
          <a:lstStyle/>
          <a:p>
            <a:r>
              <a:rPr lang="en-GB" sz="1600" dirty="0"/>
              <a:t>~70</a:t>
            </a:r>
          </a:p>
        </p:txBody>
      </p:sp>
      <p:sp>
        <p:nvSpPr>
          <p:cNvPr id="26" name="TextBox 25">
            <a:extLst>
              <a:ext uri="{FF2B5EF4-FFF2-40B4-BE49-F238E27FC236}">
                <a16:creationId xmlns:a16="http://schemas.microsoft.com/office/drawing/2014/main" id="{2B6808BC-26E7-7DDB-B893-1CCBDA64868F}"/>
              </a:ext>
            </a:extLst>
          </p:cNvPr>
          <p:cNvSpPr txBox="1"/>
          <p:nvPr/>
        </p:nvSpPr>
        <p:spPr>
          <a:xfrm>
            <a:off x="3658760" y="2429457"/>
            <a:ext cx="495649" cy="338554"/>
          </a:xfrm>
          <a:prstGeom prst="rect">
            <a:avLst/>
          </a:prstGeom>
          <a:noFill/>
        </p:spPr>
        <p:txBody>
          <a:bodyPr wrap="none" rtlCol="0">
            <a:spAutoFit/>
          </a:bodyPr>
          <a:lstStyle/>
          <a:p>
            <a:r>
              <a:rPr lang="en-GB" sz="1600" dirty="0"/>
              <a:t>~55</a:t>
            </a:r>
          </a:p>
        </p:txBody>
      </p:sp>
      <p:sp>
        <p:nvSpPr>
          <p:cNvPr id="27" name="TextBox 26">
            <a:extLst>
              <a:ext uri="{FF2B5EF4-FFF2-40B4-BE49-F238E27FC236}">
                <a16:creationId xmlns:a16="http://schemas.microsoft.com/office/drawing/2014/main" id="{7C0A4E97-A2EA-6340-E9A4-AC0B5F373D88}"/>
              </a:ext>
            </a:extLst>
          </p:cNvPr>
          <p:cNvSpPr txBox="1"/>
          <p:nvPr/>
        </p:nvSpPr>
        <p:spPr>
          <a:xfrm>
            <a:off x="3668150" y="3007634"/>
            <a:ext cx="495649" cy="338554"/>
          </a:xfrm>
          <a:prstGeom prst="rect">
            <a:avLst/>
          </a:prstGeom>
          <a:noFill/>
        </p:spPr>
        <p:txBody>
          <a:bodyPr wrap="none" rtlCol="0">
            <a:spAutoFit/>
          </a:bodyPr>
          <a:lstStyle/>
          <a:p>
            <a:r>
              <a:rPr lang="en-GB" sz="1600" dirty="0"/>
              <a:t>~40</a:t>
            </a:r>
          </a:p>
        </p:txBody>
      </p:sp>
      <p:sp>
        <p:nvSpPr>
          <p:cNvPr id="28" name="TextBox 27">
            <a:extLst>
              <a:ext uri="{FF2B5EF4-FFF2-40B4-BE49-F238E27FC236}">
                <a16:creationId xmlns:a16="http://schemas.microsoft.com/office/drawing/2014/main" id="{E292E421-074D-22DF-8F3D-79EADDEAE03D}"/>
              </a:ext>
            </a:extLst>
          </p:cNvPr>
          <p:cNvSpPr txBox="1"/>
          <p:nvPr/>
        </p:nvSpPr>
        <p:spPr>
          <a:xfrm>
            <a:off x="3675671" y="3557606"/>
            <a:ext cx="495649" cy="338554"/>
          </a:xfrm>
          <a:prstGeom prst="rect">
            <a:avLst/>
          </a:prstGeom>
          <a:noFill/>
        </p:spPr>
        <p:txBody>
          <a:bodyPr wrap="none" rtlCol="0">
            <a:spAutoFit/>
          </a:bodyPr>
          <a:lstStyle/>
          <a:p>
            <a:r>
              <a:rPr lang="en-GB" sz="1600" dirty="0"/>
              <a:t>~35</a:t>
            </a:r>
          </a:p>
        </p:txBody>
      </p:sp>
      <p:sp>
        <p:nvSpPr>
          <p:cNvPr id="29" name="TextBox 28">
            <a:extLst>
              <a:ext uri="{FF2B5EF4-FFF2-40B4-BE49-F238E27FC236}">
                <a16:creationId xmlns:a16="http://schemas.microsoft.com/office/drawing/2014/main" id="{7D5D6829-FD1F-3838-F7F6-F6E9F587EFC1}"/>
              </a:ext>
            </a:extLst>
          </p:cNvPr>
          <p:cNvSpPr txBox="1"/>
          <p:nvPr/>
        </p:nvSpPr>
        <p:spPr>
          <a:xfrm>
            <a:off x="3655618" y="4150075"/>
            <a:ext cx="495649" cy="338554"/>
          </a:xfrm>
          <a:prstGeom prst="rect">
            <a:avLst/>
          </a:prstGeom>
          <a:noFill/>
        </p:spPr>
        <p:txBody>
          <a:bodyPr wrap="none" rtlCol="0">
            <a:spAutoFit/>
          </a:bodyPr>
          <a:lstStyle/>
          <a:p>
            <a:r>
              <a:rPr lang="en-GB" sz="1600" dirty="0"/>
              <a:t>~25</a:t>
            </a:r>
          </a:p>
        </p:txBody>
      </p:sp>
      <p:sp>
        <p:nvSpPr>
          <p:cNvPr id="30" name="TextBox 29">
            <a:extLst>
              <a:ext uri="{FF2B5EF4-FFF2-40B4-BE49-F238E27FC236}">
                <a16:creationId xmlns:a16="http://schemas.microsoft.com/office/drawing/2014/main" id="{A70D3F6A-180C-526B-70E7-8B678B761A9A}"/>
              </a:ext>
            </a:extLst>
          </p:cNvPr>
          <p:cNvSpPr txBox="1"/>
          <p:nvPr/>
        </p:nvSpPr>
        <p:spPr>
          <a:xfrm>
            <a:off x="3685097" y="5384368"/>
            <a:ext cx="495649" cy="338554"/>
          </a:xfrm>
          <a:prstGeom prst="rect">
            <a:avLst/>
          </a:prstGeom>
          <a:noFill/>
        </p:spPr>
        <p:txBody>
          <a:bodyPr wrap="none" rtlCol="0">
            <a:spAutoFit/>
          </a:bodyPr>
          <a:lstStyle/>
          <a:p>
            <a:r>
              <a:rPr lang="en-GB" sz="1600" dirty="0"/>
              <a:t>~15</a:t>
            </a:r>
          </a:p>
        </p:txBody>
      </p:sp>
      <p:sp>
        <p:nvSpPr>
          <p:cNvPr id="31" name="TextBox 30">
            <a:extLst>
              <a:ext uri="{FF2B5EF4-FFF2-40B4-BE49-F238E27FC236}">
                <a16:creationId xmlns:a16="http://schemas.microsoft.com/office/drawing/2014/main" id="{953FCCCF-2346-4222-D9C1-88D99E32698B}"/>
              </a:ext>
            </a:extLst>
          </p:cNvPr>
          <p:cNvSpPr txBox="1"/>
          <p:nvPr/>
        </p:nvSpPr>
        <p:spPr>
          <a:xfrm>
            <a:off x="3672528" y="5997425"/>
            <a:ext cx="495649" cy="338554"/>
          </a:xfrm>
          <a:prstGeom prst="rect">
            <a:avLst/>
          </a:prstGeom>
          <a:noFill/>
        </p:spPr>
        <p:txBody>
          <a:bodyPr wrap="none" rtlCol="0">
            <a:spAutoFit/>
          </a:bodyPr>
          <a:lstStyle/>
          <a:p>
            <a:r>
              <a:rPr lang="en-GB" sz="1600" dirty="0"/>
              <a:t>~10</a:t>
            </a:r>
          </a:p>
        </p:txBody>
      </p:sp>
      <p:sp>
        <p:nvSpPr>
          <p:cNvPr id="32" name="TextBox 31">
            <a:extLst>
              <a:ext uri="{FF2B5EF4-FFF2-40B4-BE49-F238E27FC236}">
                <a16:creationId xmlns:a16="http://schemas.microsoft.com/office/drawing/2014/main" id="{9A1F9779-A0AC-6B99-D2F0-C26FADF5CC50}"/>
              </a:ext>
            </a:extLst>
          </p:cNvPr>
          <p:cNvSpPr txBox="1"/>
          <p:nvPr/>
        </p:nvSpPr>
        <p:spPr>
          <a:xfrm>
            <a:off x="3750433" y="547452"/>
            <a:ext cx="627095" cy="584775"/>
          </a:xfrm>
          <a:prstGeom prst="rect">
            <a:avLst/>
          </a:prstGeom>
          <a:noFill/>
        </p:spPr>
        <p:txBody>
          <a:bodyPr wrap="none" rtlCol="0">
            <a:spAutoFit/>
          </a:bodyPr>
          <a:lstStyle/>
          <a:p>
            <a:r>
              <a:rPr lang="en-GB" sz="1600" dirty="0"/>
              <a:t>Mw</a:t>
            </a:r>
          </a:p>
          <a:p>
            <a:r>
              <a:rPr lang="en-GB" sz="1600" dirty="0"/>
              <a:t>(kDa)</a:t>
            </a:r>
          </a:p>
        </p:txBody>
      </p:sp>
      <p:sp>
        <p:nvSpPr>
          <p:cNvPr id="33" name="TextBox 32">
            <a:extLst>
              <a:ext uri="{FF2B5EF4-FFF2-40B4-BE49-F238E27FC236}">
                <a16:creationId xmlns:a16="http://schemas.microsoft.com/office/drawing/2014/main" id="{304EE0EA-7350-5FD6-C67A-A7B0C4E71B82}"/>
              </a:ext>
            </a:extLst>
          </p:cNvPr>
          <p:cNvSpPr txBox="1"/>
          <p:nvPr/>
        </p:nvSpPr>
        <p:spPr>
          <a:xfrm>
            <a:off x="4873717" y="-40938"/>
            <a:ext cx="800219" cy="923640"/>
          </a:xfrm>
          <a:prstGeom prst="rect">
            <a:avLst/>
          </a:prstGeom>
          <a:noFill/>
        </p:spPr>
        <p:txBody>
          <a:bodyPr vert="vert270" wrap="square" rtlCol="0">
            <a:spAutoFit/>
          </a:bodyPr>
          <a:lstStyle/>
          <a:p>
            <a:r>
              <a:rPr lang="en-GB" sz="2000" dirty="0"/>
              <a:t>Empty Vector</a:t>
            </a:r>
          </a:p>
        </p:txBody>
      </p:sp>
      <p:sp>
        <p:nvSpPr>
          <p:cNvPr id="34" name="Right Brace 33">
            <a:extLst>
              <a:ext uri="{FF2B5EF4-FFF2-40B4-BE49-F238E27FC236}">
                <a16:creationId xmlns:a16="http://schemas.microsoft.com/office/drawing/2014/main" id="{B619545C-E7CE-18A1-7203-488F16B7F03F}"/>
              </a:ext>
            </a:extLst>
          </p:cNvPr>
          <p:cNvSpPr/>
          <p:nvPr/>
        </p:nvSpPr>
        <p:spPr>
          <a:xfrm rot="16200000">
            <a:off x="5127570" y="127640"/>
            <a:ext cx="230958" cy="1705903"/>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35" name="Right Brace 34">
            <a:extLst>
              <a:ext uri="{FF2B5EF4-FFF2-40B4-BE49-F238E27FC236}">
                <a16:creationId xmlns:a16="http://schemas.microsoft.com/office/drawing/2014/main" id="{8378473E-3248-0FFD-5643-6651A117405B}"/>
              </a:ext>
            </a:extLst>
          </p:cNvPr>
          <p:cNvSpPr/>
          <p:nvPr/>
        </p:nvSpPr>
        <p:spPr>
          <a:xfrm rot="16200000">
            <a:off x="7712087" y="127639"/>
            <a:ext cx="230958" cy="1705903"/>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36" name="TextBox 35">
            <a:extLst>
              <a:ext uri="{FF2B5EF4-FFF2-40B4-BE49-F238E27FC236}">
                <a16:creationId xmlns:a16="http://schemas.microsoft.com/office/drawing/2014/main" id="{9AD35383-A246-3238-3183-8ABD1996C0B3}"/>
              </a:ext>
            </a:extLst>
          </p:cNvPr>
          <p:cNvSpPr txBox="1"/>
          <p:nvPr/>
        </p:nvSpPr>
        <p:spPr>
          <a:xfrm>
            <a:off x="7458234" y="-239872"/>
            <a:ext cx="492443" cy="1220462"/>
          </a:xfrm>
          <a:prstGeom prst="rect">
            <a:avLst/>
          </a:prstGeom>
          <a:noFill/>
        </p:spPr>
        <p:txBody>
          <a:bodyPr vert="vert270" wrap="none" rtlCol="0">
            <a:spAutoFit/>
          </a:bodyPr>
          <a:lstStyle/>
          <a:p>
            <a:r>
              <a:rPr lang="en-GB" sz="2000" dirty="0"/>
              <a:t>Glycosyrin </a:t>
            </a:r>
          </a:p>
        </p:txBody>
      </p:sp>
      <p:sp>
        <p:nvSpPr>
          <p:cNvPr id="37" name="TextBox 36">
            <a:extLst>
              <a:ext uri="{FF2B5EF4-FFF2-40B4-BE49-F238E27FC236}">
                <a16:creationId xmlns:a16="http://schemas.microsoft.com/office/drawing/2014/main" id="{47921727-BED1-72BF-6ABD-092A8D94BE14}"/>
              </a:ext>
            </a:extLst>
          </p:cNvPr>
          <p:cNvSpPr txBox="1"/>
          <p:nvPr/>
        </p:nvSpPr>
        <p:spPr>
          <a:xfrm>
            <a:off x="9044647" y="5935869"/>
            <a:ext cx="1418337" cy="400110"/>
          </a:xfrm>
          <a:prstGeom prst="rect">
            <a:avLst/>
          </a:prstGeom>
          <a:noFill/>
          <a:ln w="38100">
            <a:solidFill>
              <a:srgbClr val="009C59"/>
            </a:solidFill>
          </a:ln>
        </p:spPr>
        <p:txBody>
          <a:bodyPr wrap="none" rtlCol="0">
            <a:spAutoFit/>
          </a:bodyPr>
          <a:lstStyle/>
          <a:p>
            <a:r>
              <a:rPr lang="en-GB" sz="2000" dirty="0"/>
              <a:t>RCAI Lectin.</a:t>
            </a:r>
          </a:p>
        </p:txBody>
      </p:sp>
      <p:pic>
        <p:nvPicPr>
          <p:cNvPr id="2" name="Picture 1">
            <a:extLst>
              <a:ext uri="{FF2B5EF4-FFF2-40B4-BE49-F238E27FC236}">
                <a16:creationId xmlns:a16="http://schemas.microsoft.com/office/drawing/2014/main" id="{8134D1EA-C934-D8C5-6126-FC186E760E99}"/>
              </a:ext>
            </a:extLst>
          </p:cNvPr>
          <p:cNvPicPr>
            <a:picLocks noChangeAspect="1"/>
          </p:cNvPicPr>
          <p:nvPr/>
        </p:nvPicPr>
        <p:blipFill>
          <a:blip r:embed="rId3">
            <a:extLst>
              <a:ext uri="{28A0092B-C50C-407E-A947-70E740481C1C}">
                <a14:useLocalDpi xmlns:a14="http://schemas.microsoft.com/office/drawing/2010/main" val="0"/>
              </a:ext>
            </a:extLst>
          </a:blip>
          <a:srcRect l="18544" t="32302" r="12837" b="57938"/>
          <a:stretch>
            <a:fillRect/>
          </a:stretch>
        </p:blipFill>
        <p:spPr>
          <a:xfrm>
            <a:off x="4347328" y="6465014"/>
            <a:ext cx="4526768" cy="669303"/>
          </a:xfrm>
          <a:prstGeom prst="rect">
            <a:avLst/>
          </a:prstGeom>
          <a:ln w="38100">
            <a:solidFill>
              <a:srgbClr val="009C59"/>
            </a:solidFill>
          </a:ln>
        </p:spPr>
      </p:pic>
      <p:sp>
        <p:nvSpPr>
          <p:cNvPr id="3" name="TextBox 2">
            <a:extLst>
              <a:ext uri="{FF2B5EF4-FFF2-40B4-BE49-F238E27FC236}">
                <a16:creationId xmlns:a16="http://schemas.microsoft.com/office/drawing/2014/main" id="{9028ADFB-BFEF-0B40-FAFD-6458F5422BF0}"/>
              </a:ext>
            </a:extLst>
          </p:cNvPr>
          <p:cNvSpPr txBox="1"/>
          <p:nvPr/>
        </p:nvSpPr>
        <p:spPr>
          <a:xfrm>
            <a:off x="9044647" y="6457890"/>
            <a:ext cx="1141338" cy="400110"/>
          </a:xfrm>
          <a:prstGeom prst="rect">
            <a:avLst/>
          </a:prstGeom>
          <a:noFill/>
          <a:ln w="38100">
            <a:solidFill>
              <a:srgbClr val="009C59"/>
            </a:solidFill>
          </a:ln>
        </p:spPr>
        <p:txBody>
          <a:bodyPr wrap="none" rtlCol="0">
            <a:spAutoFit/>
          </a:bodyPr>
          <a:lstStyle/>
          <a:p>
            <a:r>
              <a:rPr lang="en-GB" sz="2000" dirty="0"/>
              <a:t>Ponceau.</a:t>
            </a:r>
          </a:p>
        </p:txBody>
      </p:sp>
      <p:sp>
        <p:nvSpPr>
          <p:cNvPr id="4" name="TextBox 3">
            <a:extLst>
              <a:ext uri="{FF2B5EF4-FFF2-40B4-BE49-F238E27FC236}">
                <a16:creationId xmlns:a16="http://schemas.microsoft.com/office/drawing/2014/main" id="{6FBCAD40-8FEA-CA7A-43E1-150FDB3386B0}"/>
              </a:ext>
            </a:extLst>
          </p:cNvPr>
          <p:cNvSpPr txBox="1"/>
          <p:nvPr/>
        </p:nvSpPr>
        <p:spPr>
          <a:xfrm>
            <a:off x="3663931" y="6638447"/>
            <a:ext cx="495649" cy="338554"/>
          </a:xfrm>
          <a:prstGeom prst="rect">
            <a:avLst/>
          </a:prstGeom>
          <a:noFill/>
        </p:spPr>
        <p:txBody>
          <a:bodyPr wrap="none" rtlCol="0">
            <a:spAutoFit/>
          </a:bodyPr>
          <a:lstStyle/>
          <a:p>
            <a:r>
              <a:rPr lang="en-GB" sz="1600" dirty="0"/>
              <a:t>~55</a:t>
            </a:r>
          </a:p>
        </p:txBody>
      </p:sp>
      <p:cxnSp>
        <p:nvCxnSpPr>
          <p:cNvPr id="6" name="Straight Connector 5">
            <a:extLst>
              <a:ext uri="{FF2B5EF4-FFF2-40B4-BE49-F238E27FC236}">
                <a16:creationId xmlns:a16="http://schemas.microsoft.com/office/drawing/2014/main" id="{B48ECC6B-5EE8-5160-1E4D-72960772043C}"/>
              </a:ext>
            </a:extLst>
          </p:cNvPr>
          <p:cNvCxnSpPr/>
          <p:nvPr/>
        </p:nvCxnSpPr>
        <p:spPr>
          <a:xfrm>
            <a:off x="4113228" y="6812235"/>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7342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B571A-E01C-4FED-B167-F324875DAE02}"/>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4533E4A-BAB0-9D89-C435-4EB14ADC72F7}"/>
              </a:ext>
            </a:extLst>
          </p:cNvPr>
          <p:cNvPicPr>
            <a:picLocks noChangeAspect="1"/>
          </p:cNvPicPr>
          <p:nvPr/>
        </p:nvPicPr>
        <p:blipFill>
          <a:blip r:embed="rId2">
            <a:extLst>
              <a:ext uri="{28A0092B-C50C-407E-A947-70E740481C1C}">
                <a14:useLocalDpi xmlns:a14="http://schemas.microsoft.com/office/drawing/2010/main" val="0"/>
              </a:ext>
            </a:extLst>
          </a:blip>
          <a:srcRect l="28954" t="16495" r="27243" b="8041"/>
          <a:stretch>
            <a:fillRect/>
          </a:stretch>
        </p:blipFill>
        <p:spPr>
          <a:xfrm>
            <a:off x="4355184" y="1131216"/>
            <a:ext cx="4506014" cy="5175316"/>
          </a:xfrm>
          <a:prstGeom prst="rect">
            <a:avLst/>
          </a:prstGeom>
          <a:ln w="38100">
            <a:solidFill>
              <a:srgbClr val="009C59"/>
            </a:solidFill>
          </a:ln>
        </p:spPr>
      </p:pic>
      <p:cxnSp>
        <p:nvCxnSpPr>
          <p:cNvPr id="12" name="Straight Connector 11">
            <a:extLst>
              <a:ext uri="{FF2B5EF4-FFF2-40B4-BE49-F238E27FC236}">
                <a16:creationId xmlns:a16="http://schemas.microsoft.com/office/drawing/2014/main" id="{E0C30746-987E-6CD2-94CC-D01EF40C1FCC}"/>
              </a:ext>
            </a:extLst>
          </p:cNvPr>
          <p:cNvCxnSpPr/>
          <p:nvPr/>
        </p:nvCxnSpPr>
        <p:spPr>
          <a:xfrm>
            <a:off x="4128940" y="127261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5574286-3A5A-8688-A06F-7E9C5DB8FD24}"/>
              </a:ext>
            </a:extLst>
          </p:cNvPr>
          <p:cNvCxnSpPr/>
          <p:nvPr/>
        </p:nvCxnSpPr>
        <p:spPr>
          <a:xfrm>
            <a:off x="4128940" y="1462726"/>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1AAC589-7135-6597-21A3-8819752BE94F}"/>
              </a:ext>
            </a:extLst>
          </p:cNvPr>
          <p:cNvCxnSpPr/>
          <p:nvPr/>
        </p:nvCxnSpPr>
        <p:spPr>
          <a:xfrm>
            <a:off x="4128940" y="1717250"/>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96F6586-A108-1B07-A568-ABBF88C44D44}"/>
              </a:ext>
            </a:extLst>
          </p:cNvPr>
          <p:cNvCxnSpPr/>
          <p:nvPr/>
        </p:nvCxnSpPr>
        <p:spPr>
          <a:xfrm>
            <a:off x="4128940" y="207546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ACEAE8B-2860-C478-FB9A-07885BD127D4}"/>
              </a:ext>
            </a:extLst>
          </p:cNvPr>
          <p:cNvCxnSpPr/>
          <p:nvPr/>
        </p:nvCxnSpPr>
        <p:spPr>
          <a:xfrm>
            <a:off x="4121084" y="2584516"/>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08C3394-36D6-3234-7F59-F5BBC1B1B61E}"/>
              </a:ext>
            </a:extLst>
          </p:cNvPr>
          <p:cNvCxnSpPr/>
          <p:nvPr/>
        </p:nvCxnSpPr>
        <p:spPr>
          <a:xfrm>
            <a:off x="4121084" y="3145411"/>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2E5611F-358D-CDAF-7096-5F6FC0468969}"/>
              </a:ext>
            </a:extLst>
          </p:cNvPr>
          <p:cNvCxnSpPr/>
          <p:nvPr/>
        </p:nvCxnSpPr>
        <p:spPr>
          <a:xfrm>
            <a:off x="4113228" y="371101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45980DB-B689-23FA-B04E-65AB2009286D}"/>
              </a:ext>
            </a:extLst>
          </p:cNvPr>
          <p:cNvCxnSpPr/>
          <p:nvPr/>
        </p:nvCxnSpPr>
        <p:spPr>
          <a:xfrm>
            <a:off x="4103802" y="4290767"/>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942E23-3D3D-F3E8-0810-5C24F34BDAC8}"/>
              </a:ext>
            </a:extLst>
          </p:cNvPr>
          <p:cNvCxnSpPr/>
          <p:nvPr/>
        </p:nvCxnSpPr>
        <p:spPr>
          <a:xfrm>
            <a:off x="4103802" y="5525679"/>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1EE4079-12D6-3B40-94F4-FE7843261811}"/>
              </a:ext>
            </a:extLst>
          </p:cNvPr>
          <p:cNvCxnSpPr/>
          <p:nvPr/>
        </p:nvCxnSpPr>
        <p:spPr>
          <a:xfrm>
            <a:off x="4103802" y="6166702"/>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2C4005F-EFC5-6346-02E0-7394256901C8}"/>
              </a:ext>
            </a:extLst>
          </p:cNvPr>
          <p:cNvSpPr txBox="1"/>
          <p:nvPr/>
        </p:nvSpPr>
        <p:spPr>
          <a:xfrm>
            <a:off x="3617080" y="1103710"/>
            <a:ext cx="599844" cy="338554"/>
          </a:xfrm>
          <a:prstGeom prst="rect">
            <a:avLst/>
          </a:prstGeom>
          <a:noFill/>
        </p:spPr>
        <p:txBody>
          <a:bodyPr wrap="none" rtlCol="0">
            <a:spAutoFit/>
          </a:bodyPr>
          <a:lstStyle/>
          <a:p>
            <a:r>
              <a:rPr lang="en-GB" sz="1600" dirty="0"/>
              <a:t>~180</a:t>
            </a:r>
          </a:p>
        </p:txBody>
      </p:sp>
      <p:sp>
        <p:nvSpPr>
          <p:cNvPr id="23" name="TextBox 22">
            <a:extLst>
              <a:ext uri="{FF2B5EF4-FFF2-40B4-BE49-F238E27FC236}">
                <a16:creationId xmlns:a16="http://schemas.microsoft.com/office/drawing/2014/main" id="{DB1CB8CD-78C8-7D99-086A-00D5860F13AC}"/>
              </a:ext>
            </a:extLst>
          </p:cNvPr>
          <p:cNvSpPr txBox="1"/>
          <p:nvPr/>
        </p:nvSpPr>
        <p:spPr>
          <a:xfrm>
            <a:off x="3611834" y="1292640"/>
            <a:ext cx="599844" cy="338554"/>
          </a:xfrm>
          <a:prstGeom prst="rect">
            <a:avLst/>
          </a:prstGeom>
          <a:noFill/>
        </p:spPr>
        <p:txBody>
          <a:bodyPr wrap="none" rtlCol="0">
            <a:spAutoFit/>
          </a:bodyPr>
          <a:lstStyle/>
          <a:p>
            <a:r>
              <a:rPr lang="en-GB" sz="1600" dirty="0"/>
              <a:t>~130</a:t>
            </a:r>
          </a:p>
        </p:txBody>
      </p:sp>
      <p:sp>
        <p:nvSpPr>
          <p:cNvPr id="24" name="TextBox 23">
            <a:extLst>
              <a:ext uri="{FF2B5EF4-FFF2-40B4-BE49-F238E27FC236}">
                <a16:creationId xmlns:a16="http://schemas.microsoft.com/office/drawing/2014/main" id="{93D3C09B-42D1-C5E7-D451-99C5224080B6}"/>
              </a:ext>
            </a:extLst>
          </p:cNvPr>
          <p:cNvSpPr txBox="1"/>
          <p:nvPr/>
        </p:nvSpPr>
        <p:spPr>
          <a:xfrm>
            <a:off x="3617080" y="1566322"/>
            <a:ext cx="599844" cy="338554"/>
          </a:xfrm>
          <a:prstGeom prst="rect">
            <a:avLst/>
          </a:prstGeom>
          <a:noFill/>
        </p:spPr>
        <p:txBody>
          <a:bodyPr wrap="none" rtlCol="0">
            <a:spAutoFit/>
          </a:bodyPr>
          <a:lstStyle/>
          <a:p>
            <a:r>
              <a:rPr lang="en-GB" sz="1600" dirty="0"/>
              <a:t>~100</a:t>
            </a:r>
          </a:p>
        </p:txBody>
      </p:sp>
      <p:sp>
        <p:nvSpPr>
          <p:cNvPr id="25" name="TextBox 24">
            <a:extLst>
              <a:ext uri="{FF2B5EF4-FFF2-40B4-BE49-F238E27FC236}">
                <a16:creationId xmlns:a16="http://schemas.microsoft.com/office/drawing/2014/main" id="{E3FADF9F-AF6C-EFE6-34FB-EEBF42A1A7DE}"/>
              </a:ext>
            </a:extLst>
          </p:cNvPr>
          <p:cNvSpPr txBox="1"/>
          <p:nvPr/>
        </p:nvSpPr>
        <p:spPr>
          <a:xfrm>
            <a:off x="3675671" y="1927985"/>
            <a:ext cx="495649" cy="338554"/>
          </a:xfrm>
          <a:prstGeom prst="rect">
            <a:avLst/>
          </a:prstGeom>
          <a:noFill/>
        </p:spPr>
        <p:txBody>
          <a:bodyPr wrap="none" rtlCol="0">
            <a:spAutoFit/>
          </a:bodyPr>
          <a:lstStyle/>
          <a:p>
            <a:r>
              <a:rPr lang="en-GB" sz="1600" dirty="0"/>
              <a:t>~70</a:t>
            </a:r>
          </a:p>
        </p:txBody>
      </p:sp>
      <p:sp>
        <p:nvSpPr>
          <p:cNvPr id="26" name="TextBox 25">
            <a:extLst>
              <a:ext uri="{FF2B5EF4-FFF2-40B4-BE49-F238E27FC236}">
                <a16:creationId xmlns:a16="http://schemas.microsoft.com/office/drawing/2014/main" id="{5406A970-61E1-9965-E269-E3D2B58808B0}"/>
              </a:ext>
            </a:extLst>
          </p:cNvPr>
          <p:cNvSpPr txBox="1"/>
          <p:nvPr/>
        </p:nvSpPr>
        <p:spPr>
          <a:xfrm>
            <a:off x="3658760" y="2429457"/>
            <a:ext cx="495649" cy="338554"/>
          </a:xfrm>
          <a:prstGeom prst="rect">
            <a:avLst/>
          </a:prstGeom>
          <a:noFill/>
        </p:spPr>
        <p:txBody>
          <a:bodyPr wrap="none" rtlCol="0">
            <a:spAutoFit/>
          </a:bodyPr>
          <a:lstStyle/>
          <a:p>
            <a:r>
              <a:rPr lang="en-GB" sz="1600" dirty="0"/>
              <a:t>~55</a:t>
            </a:r>
          </a:p>
        </p:txBody>
      </p:sp>
      <p:sp>
        <p:nvSpPr>
          <p:cNvPr id="27" name="TextBox 26">
            <a:extLst>
              <a:ext uri="{FF2B5EF4-FFF2-40B4-BE49-F238E27FC236}">
                <a16:creationId xmlns:a16="http://schemas.microsoft.com/office/drawing/2014/main" id="{DAACD819-86E1-7C8E-37F0-5A3702DF8D5C}"/>
              </a:ext>
            </a:extLst>
          </p:cNvPr>
          <p:cNvSpPr txBox="1"/>
          <p:nvPr/>
        </p:nvSpPr>
        <p:spPr>
          <a:xfrm>
            <a:off x="3668150" y="3007634"/>
            <a:ext cx="495649" cy="338554"/>
          </a:xfrm>
          <a:prstGeom prst="rect">
            <a:avLst/>
          </a:prstGeom>
          <a:noFill/>
        </p:spPr>
        <p:txBody>
          <a:bodyPr wrap="none" rtlCol="0">
            <a:spAutoFit/>
          </a:bodyPr>
          <a:lstStyle/>
          <a:p>
            <a:r>
              <a:rPr lang="en-GB" sz="1600" dirty="0"/>
              <a:t>~40</a:t>
            </a:r>
          </a:p>
        </p:txBody>
      </p:sp>
      <p:sp>
        <p:nvSpPr>
          <p:cNvPr id="28" name="TextBox 27">
            <a:extLst>
              <a:ext uri="{FF2B5EF4-FFF2-40B4-BE49-F238E27FC236}">
                <a16:creationId xmlns:a16="http://schemas.microsoft.com/office/drawing/2014/main" id="{BE2BCB73-27D4-3B92-40D2-F4194F658A5C}"/>
              </a:ext>
            </a:extLst>
          </p:cNvPr>
          <p:cNvSpPr txBox="1"/>
          <p:nvPr/>
        </p:nvSpPr>
        <p:spPr>
          <a:xfrm>
            <a:off x="3675671" y="3557606"/>
            <a:ext cx="495649" cy="338554"/>
          </a:xfrm>
          <a:prstGeom prst="rect">
            <a:avLst/>
          </a:prstGeom>
          <a:noFill/>
        </p:spPr>
        <p:txBody>
          <a:bodyPr wrap="none" rtlCol="0">
            <a:spAutoFit/>
          </a:bodyPr>
          <a:lstStyle/>
          <a:p>
            <a:r>
              <a:rPr lang="en-GB" sz="1600" dirty="0"/>
              <a:t>~35</a:t>
            </a:r>
          </a:p>
        </p:txBody>
      </p:sp>
      <p:sp>
        <p:nvSpPr>
          <p:cNvPr id="29" name="TextBox 28">
            <a:extLst>
              <a:ext uri="{FF2B5EF4-FFF2-40B4-BE49-F238E27FC236}">
                <a16:creationId xmlns:a16="http://schemas.microsoft.com/office/drawing/2014/main" id="{47DA328F-5FBC-EEDF-9048-54033624338E}"/>
              </a:ext>
            </a:extLst>
          </p:cNvPr>
          <p:cNvSpPr txBox="1"/>
          <p:nvPr/>
        </p:nvSpPr>
        <p:spPr>
          <a:xfrm>
            <a:off x="3655618" y="4150075"/>
            <a:ext cx="495649" cy="338554"/>
          </a:xfrm>
          <a:prstGeom prst="rect">
            <a:avLst/>
          </a:prstGeom>
          <a:noFill/>
        </p:spPr>
        <p:txBody>
          <a:bodyPr wrap="none" rtlCol="0">
            <a:spAutoFit/>
          </a:bodyPr>
          <a:lstStyle/>
          <a:p>
            <a:r>
              <a:rPr lang="en-GB" sz="1600" dirty="0"/>
              <a:t>~25</a:t>
            </a:r>
          </a:p>
        </p:txBody>
      </p:sp>
      <p:sp>
        <p:nvSpPr>
          <p:cNvPr id="30" name="TextBox 29">
            <a:extLst>
              <a:ext uri="{FF2B5EF4-FFF2-40B4-BE49-F238E27FC236}">
                <a16:creationId xmlns:a16="http://schemas.microsoft.com/office/drawing/2014/main" id="{3740BE8F-4A66-FBDF-D8B1-52D5BD80B86D}"/>
              </a:ext>
            </a:extLst>
          </p:cNvPr>
          <p:cNvSpPr txBox="1"/>
          <p:nvPr/>
        </p:nvSpPr>
        <p:spPr>
          <a:xfrm>
            <a:off x="3685097" y="5384368"/>
            <a:ext cx="495649" cy="338554"/>
          </a:xfrm>
          <a:prstGeom prst="rect">
            <a:avLst/>
          </a:prstGeom>
          <a:noFill/>
        </p:spPr>
        <p:txBody>
          <a:bodyPr wrap="none" rtlCol="0">
            <a:spAutoFit/>
          </a:bodyPr>
          <a:lstStyle/>
          <a:p>
            <a:r>
              <a:rPr lang="en-GB" sz="1600" dirty="0"/>
              <a:t>~15</a:t>
            </a:r>
          </a:p>
        </p:txBody>
      </p:sp>
      <p:sp>
        <p:nvSpPr>
          <p:cNvPr id="31" name="TextBox 30">
            <a:extLst>
              <a:ext uri="{FF2B5EF4-FFF2-40B4-BE49-F238E27FC236}">
                <a16:creationId xmlns:a16="http://schemas.microsoft.com/office/drawing/2014/main" id="{A6E75BF3-EAC5-C85C-FCD8-7D0AAA0D83D8}"/>
              </a:ext>
            </a:extLst>
          </p:cNvPr>
          <p:cNvSpPr txBox="1"/>
          <p:nvPr/>
        </p:nvSpPr>
        <p:spPr>
          <a:xfrm>
            <a:off x="3672528" y="5997425"/>
            <a:ext cx="495649" cy="338554"/>
          </a:xfrm>
          <a:prstGeom prst="rect">
            <a:avLst/>
          </a:prstGeom>
          <a:noFill/>
        </p:spPr>
        <p:txBody>
          <a:bodyPr wrap="none" rtlCol="0">
            <a:spAutoFit/>
          </a:bodyPr>
          <a:lstStyle/>
          <a:p>
            <a:r>
              <a:rPr lang="en-GB" sz="1600" dirty="0"/>
              <a:t>~10</a:t>
            </a:r>
          </a:p>
        </p:txBody>
      </p:sp>
      <p:sp>
        <p:nvSpPr>
          <p:cNvPr id="32" name="TextBox 31">
            <a:extLst>
              <a:ext uri="{FF2B5EF4-FFF2-40B4-BE49-F238E27FC236}">
                <a16:creationId xmlns:a16="http://schemas.microsoft.com/office/drawing/2014/main" id="{0E5DC97A-4798-0A03-B07D-3B0A612D3269}"/>
              </a:ext>
            </a:extLst>
          </p:cNvPr>
          <p:cNvSpPr txBox="1"/>
          <p:nvPr/>
        </p:nvSpPr>
        <p:spPr>
          <a:xfrm>
            <a:off x="3750433" y="547452"/>
            <a:ext cx="627095" cy="584775"/>
          </a:xfrm>
          <a:prstGeom prst="rect">
            <a:avLst/>
          </a:prstGeom>
          <a:noFill/>
        </p:spPr>
        <p:txBody>
          <a:bodyPr wrap="none" rtlCol="0">
            <a:spAutoFit/>
          </a:bodyPr>
          <a:lstStyle/>
          <a:p>
            <a:r>
              <a:rPr lang="en-GB" sz="1600" dirty="0"/>
              <a:t>Mw</a:t>
            </a:r>
          </a:p>
          <a:p>
            <a:r>
              <a:rPr lang="en-GB" sz="1600" dirty="0"/>
              <a:t>(kDa)</a:t>
            </a:r>
          </a:p>
        </p:txBody>
      </p:sp>
      <p:sp>
        <p:nvSpPr>
          <p:cNvPr id="33" name="TextBox 32">
            <a:extLst>
              <a:ext uri="{FF2B5EF4-FFF2-40B4-BE49-F238E27FC236}">
                <a16:creationId xmlns:a16="http://schemas.microsoft.com/office/drawing/2014/main" id="{33E35279-D1E2-4643-8181-32FA28E01565}"/>
              </a:ext>
            </a:extLst>
          </p:cNvPr>
          <p:cNvSpPr txBox="1"/>
          <p:nvPr/>
        </p:nvSpPr>
        <p:spPr>
          <a:xfrm>
            <a:off x="4873717" y="-40938"/>
            <a:ext cx="800219" cy="923640"/>
          </a:xfrm>
          <a:prstGeom prst="rect">
            <a:avLst/>
          </a:prstGeom>
          <a:noFill/>
        </p:spPr>
        <p:txBody>
          <a:bodyPr vert="vert270" wrap="square" rtlCol="0">
            <a:spAutoFit/>
          </a:bodyPr>
          <a:lstStyle/>
          <a:p>
            <a:r>
              <a:rPr lang="en-GB" sz="2000" dirty="0"/>
              <a:t>Empty Vector</a:t>
            </a:r>
          </a:p>
        </p:txBody>
      </p:sp>
      <p:sp>
        <p:nvSpPr>
          <p:cNvPr id="34" name="Right Brace 33">
            <a:extLst>
              <a:ext uri="{FF2B5EF4-FFF2-40B4-BE49-F238E27FC236}">
                <a16:creationId xmlns:a16="http://schemas.microsoft.com/office/drawing/2014/main" id="{8B9151F7-99AA-2ADB-E99D-F0B1CF772AB3}"/>
              </a:ext>
            </a:extLst>
          </p:cNvPr>
          <p:cNvSpPr/>
          <p:nvPr/>
        </p:nvSpPr>
        <p:spPr>
          <a:xfrm rot="16200000">
            <a:off x="5127570" y="127640"/>
            <a:ext cx="230958" cy="1705903"/>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35" name="Right Brace 34">
            <a:extLst>
              <a:ext uri="{FF2B5EF4-FFF2-40B4-BE49-F238E27FC236}">
                <a16:creationId xmlns:a16="http://schemas.microsoft.com/office/drawing/2014/main" id="{5F3915B5-09FF-ABCF-2859-59F600B97538}"/>
              </a:ext>
            </a:extLst>
          </p:cNvPr>
          <p:cNvSpPr/>
          <p:nvPr/>
        </p:nvSpPr>
        <p:spPr>
          <a:xfrm rot="16200000">
            <a:off x="7712087" y="127639"/>
            <a:ext cx="230958" cy="1705903"/>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36" name="TextBox 35">
            <a:extLst>
              <a:ext uri="{FF2B5EF4-FFF2-40B4-BE49-F238E27FC236}">
                <a16:creationId xmlns:a16="http://schemas.microsoft.com/office/drawing/2014/main" id="{E9B1FA1A-1F36-942C-0678-0BF34D53F6E6}"/>
              </a:ext>
            </a:extLst>
          </p:cNvPr>
          <p:cNvSpPr txBox="1"/>
          <p:nvPr/>
        </p:nvSpPr>
        <p:spPr>
          <a:xfrm>
            <a:off x="7458234" y="-239872"/>
            <a:ext cx="492443" cy="1220462"/>
          </a:xfrm>
          <a:prstGeom prst="rect">
            <a:avLst/>
          </a:prstGeom>
          <a:noFill/>
        </p:spPr>
        <p:txBody>
          <a:bodyPr vert="vert270" wrap="none" rtlCol="0">
            <a:spAutoFit/>
          </a:bodyPr>
          <a:lstStyle/>
          <a:p>
            <a:r>
              <a:rPr lang="en-GB" sz="2000" dirty="0"/>
              <a:t>Glycosyrin </a:t>
            </a:r>
          </a:p>
        </p:txBody>
      </p:sp>
      <p:pic>
        <p:nvPicPr>
          <p:cNvPr id="2" name="Picture 1">
            <a:extLst>
              <a:ext uri="{FF2B5EF4-FFF2-40B4-BE49-F238E27FC236}">
                <a16:creationId xmlns:a16="http://schemas.microsoft.com/office/drawing/2014/main" id="{EF64D9B5-950B-5DE0-8B05-81CAB62D9D5D}"/>
              </a:ext>
            </a:extLst>
          </p:cNvPr>
          <p:cNvPicPr>
            <a:picLocks noChangeAspect="1"/>
          </p:cNvPicPr>
          <p:nvPr/>
        </p:nvPicPr>
        <p:blipFill>
          <a:blip r:embed="rId3">
            <a:extLst>
              <a:ext uri="{28A0092B-C50C-407E-A947-70E740481C1C}">
                <a14:useLocalDpi xmlns:a14="http://schemas.microsoft.com/office/drawing/2010/main" val="0"/>
              </a:ext>
            </a:extLst>
          </a:blip>
          <a:srcRect l="18544" t="32302" r="12837" b="57938"/>
          <a:stretch>
            <a:fillRect/>
          </a:stretch>
        </p:blipFill>
        <p:spPr>
          <a:xfrm>
            <a:off x="4347328" y="6465014"/>
            <a:ext cx="4526768" cy="669303"/>
          </a:xfrm>
          <a:prstGeom prst="rect">
            <a:avLst/>
          </a:prstGeom>
          <a:ln w="38100">
            <a:solidFill>
              <a:srgbClr val="009C59"/>
            </a:solidFill>
          </a:ln>
        </p:spPr>
      </p:pic>
      <p:sp>
        <p:nvSpPr>
          <p:cNvPr id="4" name="TextBox 3">
            <a:extLst>
              <a:ext uri="{FF2B5EF4-FFF2-40B4-BE49-F238E27FC236}">
                <a16:creationId xmlns:a16="http://schemas.microsoft.com/office/drawing/2014/main" id="{44124241-48FB-F179-51FB-0F6D5ED25E04}"/>
              </a:ext>
            </a:extLst>
          </p:cNvPr>
          <p:cNvSpPr txBox="1"/>
          <p:nvPr/>
        </p:nvSpPr>
        <p:spPr>
          <a:xfrm>
            <a:off x="3663931" y="6638447"/>
            <a:ext cx="495649" cy="338554"/>
          </a:xfrm>
          <a:prstGeom prst="rect">
            <a:avLst/>
          </a:prstGeom>
          <a:noFill/>
        </p:spPr>
        <p:txBody>
          <a:bodyPr wrap="none" rtlCol="0">
            <a:spAutoFit/>
          </a:bodyPr>
          <a:lstStyle/>
          <a:p>
            <a:r>
              <a:rPr lang="en-GB" sz="1600" dirty="0"/>
              <a:t>~55</a:t>
            </a:r>
          </a:p>
        </p:txBody>
      </p:sp>
      <p:cxnSp>
        <p:nvCxnSpPr>
          <p:cNvPr id="6" name="Straight Connector 5">
            <a:extLst>
              <a:ext uri="{FF2B5EF4-FFF2-40B4-BE49-F238E27FC236}">
                <a16:creationId xmlns:a16="http://schemas.microsoft.com/office/drawing/2014/main" id="{43A0206D-DC2E-80D9-7994-0875B0BFECB8}"/>
              </a:ext>
            </a:extLst>
          </p:cNvPr>
          <p:cNvCxnSpPr/>
          <p:nvPr/>
        </p:nvCxnSpPr>
        <p:spPr>
          <a:xfrm>
            <a:off x="4113228" y="6812235"/>
            <a:ext cx="226244"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63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EF543D-BB20-42DE-4B23-C35BDAEC36BD}"/>
              </a:ext>
            </a:extLst>
          </p:cNvPr>
          <p:cNvPicPr>
            <a:picLocks noChangeAspect="1"/>
          </p:cNvPicPr>
          <p:nvPr/>
        </p:nvPicPr>
        <p:blipFill>
          <a:blip r:embed="rId2">
            <a:extLst>
              <a:ext uri="{28A0092B-C50C-407E-A947-70E740481C1C}">
                <a14:useLocalDpi xmlns:a14="http://schemas.microsoft.com/office/drawing/2010/main" val="0"/>
              </a:ext>
            </a:extLst>
          </a:blip>
          <a:srcRect l="18544" t="32302" r="12837" b="57938"/>
          <a:stretch>
            <a:fillRect/>
          </a:stretch>
        </p:blipFill>
        <p:spPr>
          <a:xfrm>
            <a:off x="3930977" y="2215299"/>
            <a:ext cx="4722829" cy="669303"/>
          </a:xfrm>
          <a:prstGeom prst="rect">
            <a:avLst/>
          </a:prstGeom>
          <a:ln w="38100">
            <a:solidFill>
              <a:srgbClr val="009C59"/>
            </a:solidFill>
          </a:ln>
        </p:spPr>
      </p:pic>
      <p:pic>
        <p:nvPicPr>
          <p:cNvPr id="2" name="Picture 1">
            <a:extLst>
              <a:ext uri="{FF2B5EF4-FFF2-40B4-BE49-F238E27FC236}">
                <a16:creationId xmlns:a16="http://schemas.microsoft.com/office/drawing/2014/main" id="{FBE9B48E-33C5-FF9C-6BAC-38200F4EA1C1}"/>
              </a:ext>
            </a:extLst>
          </p:cNvPr>
          <p:cNvPicPr>
            <a:picLocks noChangeAspect="1"/>
          </p:cNvPicPr>
          <p:nvPr/>
        </p:nvPicPr>
        <p:blipFill>
          <a:blip r:embed="rId3">
            <a:extLst>
              <a:ext uri="{28A0092B-C50C-407E-A947-70E740481C1C}">
                <a14:useLocalDpi xmlns:a14="http://schemas.microsoft.com/office/drawing/2010/main" val="0"/>
              </a:ext>
            </a:extLst>
          </a:blip>
          <a:srcRect l="1" r="71046" b="8041"/>
          <a:stretch>
            <a:fillRect/>
          </a:stretch>
        </p:blipFill>
        <p:spPr>
          <a:xfrm>
            <a:off x="-116459" y="0"/>
            <a:ext cx="2978477" cy="6306532"/>
          </a:xfrm>
          <a:prstGeom prst="rect">
            <a:avLst/>
          </a:prstGeom>
        </p:spPr>
      </p:pic>
    </p:spTree>
    <p:extLst>
      <p:ext uri="{BB962C8B-B14F-4D97-AF65-F5344CB8AC3E}">
        <p14:creationId xmlns:p14="http://schemas.microsoft.com/office/powerpoint/2010/main" val="118498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6C05B31-0816-4413-C022-2059A917D5D7}"/>
              </a:ext>
            </a:extLst>
          </p:cNvPr>
          <p:cNvPicPr>
            <a:picLocks noChangeAspect="1"/>
          </p:cNvPicPr>
          <p:nvPr/>
        </p:nvPicPr>
        <p:blipFill>
          <a:blip r:embed="rId2">
            <a:extLst>
              <a:ext uri="{28A0092B-C50C-407E-A947-70E740481C1C}">
                <a14:useLocalDpi xmlns:a14="http://schemas.microsoft.com/office/drawing/2010/main" val="0"/>
              </a:ext>
            </a:extLst>
          </a:blip>
          <a:srcRect l="27946" t="17457" r="28144" b="42406"/>
          <a:stretch>
            <a:fillRect/>
          </a:stretch>
        </p:blipFill>
        <p:spPr>
          <a:xfrm>
            <a:off x="3847706" y="1215819"/>
            <a:ext cx="4517013" cy="2752627"/>
          </a:xfrm>
          <a:prstGeom prst="rect">
            <a:avLst/>
          </a:prstGeom>
          <a:ln w="38100">
            <a:solidFill>
              <a:srgbClr val="009C59"/>
            </a:solidFill>
          </a:ln>
        </p:spPr>
      </p:pic>
      <p:cxnSp>
        <p:nvCxnSpPr>
          <p:cNvPr id="15" name="Straight Connector 14">
            <a:extLst>
              <a:ext uri="{FF2B5EF4-FFF2-40B4-BE49-F238E27FC236}">
                <a16:creationId xmlns:a16="http://schemas.microsoft.com/office/drawing/2014/main" id="{FA899ABE-8107-3512-5F9D-D0859BF7D3A6}"/>
              </a:ext>
            </a:extLst>
          </p:cNvPr>
          <p:cNvCxnSpPr/>
          <p:nvPr/>
        </p:nvCxnSpPr>
        <p:spPr>
          <a:xfrm>
            <a:off x="3563332" y="1376313"/>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CC773F3-2766-B19A-A142-AA38A28C77F3}"/>
              </a:ext>
            </a:extLst>
          </p:cNvPr>
          <p:cNvCxnSpPr/>
          <p:nvPr/>
        </p:nvCxnSpPr>
        <p:spPr>
          <a:xfrm>
            <a:off x="3563332" y="1641835"/>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8670056-5179-BD8D-3F6D-8EE82B6545B1}"/>
              </a:ext>
            </a:extLst>
          </p:cNvPr>
          <p:cNvCxnSpPr/>
          <p:nvPr/>
        </p:nvCxnSpPr>
        <p:spPr>
          <a:xfrm>
            <a:off x="3563332" y="2037760"/>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2AB4F7-A80E-87FB-EF14-B0F069124AC5}"/>
              </a:ext>
            </a:extLst>
          </p:cNvPr>
          <p:cNvCxnSpPr/>
          <p:nvPr/>
        </p:nvCxnSpPr>
        <p:spPr>
          <a:xfrm>
            <a:off x="3563332" y="2518528"/>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5A00DB-9256-1100-06ED-BE7E24D2B3BD}"/>
              </a:ext>
            </a:extLst>
          </p:cNvPr>
          <p:cNvCxnSpPr/>
          <p:nvPr/>
        </p:nvCxnSpPr>
        <p:spPr>
          <a:xfrm>
            <a:off x="3563332" y="3093563"/>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C7080D4-89B5-1144-2561-6101EC33673A}"/>
              </a:ext>
            </a:extLst>
          </p:cNvPr>
          <p:cNvCxnSpPr/>
          <p:nvPr/>
        </p:nvCxnSpPr>
        <p:spPr>
          <a:xfrm>
            <a:off x="3563332" y="3696878"/>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49B7FD8-7096-2C48-9E63-40D09865DF58}"/>
              </a:ext>
            </a:extLst>
          </p:cNvPr>
          <p:cNvSpPr txBox="1"/>
          <p:nvPr/>
        </p:nvSpPr>
        <p:spPr>
          <a:xfrm>
            <a:off x="3011816" y="1206328"/>
            <a:ext cx="599844" cy="338554"/>
          </a:xfrm>
          <a:prstGeom prst="rect">
            <a:avLst/>
          </a:prstGeom>
          <a:noFill/>
        </p:spPr>
        <p:txBody>
          <a:bodyPr wrap="none" rtlCol="0">
            <a:spAutoFit/>
          </a:bodyPr>
          <a:lstStyle/>
          <a:p>
            <a:r>
              <a:rPr lang="en-GB" sz="1600" dirty="0"/>
              <a:t>~130</a:t>
            </a:r>
          </a:p>
        </p:txBody>
      </p:sp>
      <p:sp>
        <p:nvSpPr>
          <p:cNvPr id="22" name="TextBox 21">
            <a:extLst>
              <a:ext uri="{FF2B5EF4-FFF2-40B4-BE49-F238E27FC236}">
                <a16:creationId xmlns:a16="http://schemas.microsoft.com/office/drawing/2014/main" id="{43797C11-3A99-2C4F-F820-C058B54EEEB3}"/>
              </a:ext>
            </a:extLst>
          </p:cNvPr>
          <p:cNvSpPr txBox="1"/>
          <p:nvPr/>
        </p:nvSpPr>
        <p:spPr>
          <a:xfrm>
            <a:off x="3043011" y="1489776"/>
            <a:ext cx="599844" cy="338554"/>
          </a:xfrm>
          <a:prstGeom prst="rect">
            <a:avLst/>
          </a:prstGeom>
          <a:noFill/>
        </p:spPr>
        <p:txBody>
          <a:bodyPr wrap="none" rtlCol="0">
            <a:spAutoFit/>
          </a:bodyPr>
          <a:lstStyle/>
          <a:p>
            <a:r>
              <a:rPr lang="en-GB" sz="1600" dirty="0"/>
              <a:t>~100</a:t>
            </a:r>
          </a:p>
        </p:txBody>
      </p:sp>
      <p:sp>
        <p:nvSpPr>
          <p:cNvPr id="23" name="TextBox 22">
            <a:extLst>
              <a:ext uri="{FF2B5EF4-FFF2-40B4-BE49-F238E27FC236}">
                <a16:creationId xmlns:a16="http://schemas.microsoft.com/office/drawing/2014/main" id="{51DE2C0B-5CD3-4901-F932-79DD4DE3C9E1}"/>
              </a:ext>
            </a:extLst>
          </p:cNvPr>
          <p:cNvSpPr txBox="1"/>
          <p:nvPr/>
        </p:nvSpPr>
        <p:spPr>
          <a:xfrm>
            <a:off x="3147206" y="1892457"/>
            <a:ext cx="495649" cy="338554"/>
          </a:xfrm>
          <a:prstGeom prst="rect">
            <a:avLst/>
          </a:prstGeom>
          <a:noFill/>
        </p:spPr>
        <p:txBody>
          <a:bodyPr wrap="none" rtlCol="0">
            <a:spAutoFit/>
          </a:bodyPr>
          <a:lstStyle/>
          <a:p>
            <a:r>
              <a:rPr lang="en-GB" sz="1600" dirty="0"/>
              <a:t>~70</a:t>
            </a:r>
          </a:p>
        </p:txBody>
      </p:sp>
      <p:sp>
        <p:nvSpPr>
          <p:cNvPr id="24" name="TextBox 23">
            <a:extLst>
              <a:ext uri="{FF2B5EF4-FFF2-40B4-BE49-F238E27FC236}">
                <a16:creationId xmlns:a16="http://schemas.microsoft.com/office/drawing/2014/main" id="{2E834216-3C96-88F8-711B-61549C8A8B22}"/>
              </a:ext>
            </a:extLst>
          </p:cNvPr>
          <p:cNvSpPr txBox="1"/>
          <p:nvPr/>
        </p:nvSpPr>
        <p:spPr>
          <a:xfrm>
            <a:off x="3148650" y="2375657"/>
            <a:ext cx="495649" cy="338554"/>
          </a:xfrm>
          <a:prstGeom prst="rect">
            <a:avLst/>
          </a:prstGeom>
          <a:noFill/>
        </p:spPr>
        <p:txBody>
          <a:bodyPr wrap="none" rtlCol="0">
            <a:spAutoFit/>
          </a:bodyPr>
          <a:lstStyle/>
          <a:p>
            <a:r>
              <a:rPr lang="en-GB" sz="1600" dirty="0"/>
              <a:t>~55</a:t>
            </a:r>
          </a:p>
        </p:txBody>
      </p:sp>
      <p:sp>
        <p:nvSpPr>
          <p:cNvPr id="25" name="TextBox 24">
            <a:extLst>
              <a:ext uri="{FF2B5EF4-FFF2-40B4-BE49-F238E27FC236}">
                <a16:creationId xmlns:a16="http://schemas.microsoft.com/office/drawing/2014/main" id="{80E06451-C647-A22C-31D0-88AFA07F3532}"/>
              </a:ext>
            </a:extLst>
          </p:cNvPr>
          <p:cNvSpPr txBox="1"/>
          <p:nvPr/>
        </p:nvSpPr>
        <p:spPr>
          <a:xfrm>
            <a:off x="3142724" y="2921210"/>
            <a:ext cx="495649" cy="338554"/>
          </a:xfrm>
          <a:prstGeom prst="rect">
            <a:avLst/>
          </a:prstGeom>
          <a:noFill/>
        </p:spPr>
        <p:txBody>
          <a:bodyPr wrap="none" rtlCol="0">
            <a:spAutoFit/>
          </a:bodyPr>
          <a:lstStyle/>
          <a:p>
            <a:r>
              <a:rPr lang="en-GB" sz="1600" dirty="0"/>
              <a:t>~40</a:t>
            </a:r>
          </a:p>
        </p:txBody>
      </p:sp>
      <p:sp>
        <p:nvSpPr>
          <p:cNvPr id="26" name="TextBox 25">
            <a:extLst>
              <a:ext uri="{FF2B5EF4-FFF2-40B4-BE49-F238E27FC236}">
                <a16:creationId xmlns:a16="http://schemas.microsoft.com/office/drawing/2014/main" id="{B2D9309D-0FEB-AA93-274F-9D8DD55995E5}"/>
              </a:ext>
            </a:extLst>
          </p:cNvPr>
          <p:cNvSpPr txBox="1"/>
          <p:nvPr/>
        </p:nvSpPr>
        <p:spPr>
          <a:xfrm>
            <a:off x="3147206" y="3536856"/>
            <a:ext cx="495649" cy="338554"/>
          </a:xfrm>
          <a:prstGeom prst="rect">
            <a:avLst/>
          </a:prstGeom>
          <a:noFill/>
        </p:spPr>
        <p:txBody>
          <a:bodyPr wrap="none" rtlCol="0">
            <a:spAutoFit/>
          </a:bodyPr>
          <a:lstStyle/>
          <a:p>
            <a:r>
              <a:rPr lang="en-GB" sz="1600" dirty="0"/>
              <a:t>~35</a:t>
            </a:r>
          </a:p>
        </p:txBody>
      </p:sp>
      <p:sp>
        <p:nvSpPr>
          <p:cNvPr id="27" name="TextBox 26">
            <a:extLst>
              <a:ext uri="{FF2B5EF4-FFF2-40B4-BE49-F238E27FC236}">
                <a16:creationId xmlns:a16="http://schemas.microsoft.com/office/drawing/2014/main" id="{1046C20B-69E4-AC12-89B0-3BE2323ABF1F}"/>
              </a:ext>
            </a:extLst>
          </p:cNvPr>
          <p:cNvSpPr txBox="1"/>
          <p:nvPr/>
        </p:nvSpPr>
        <p:spPr>
          <a:xfrm>
            <a:off x="4411744" y="94267"/>
            <a:ext cx="800219" cy="802965"/>
          </a:xfrm>
          <a:prstGeom prst="rect">
            <a:avLst/>
          </a:prstGeom>
          <a:noFill/>
        </p:spPr>
        <p:txBody>
          <a:bodyPr vert="vert270" wrap="square" rtlCol="0">
            <a:spAutoFit/>
          </a:bodyPr>
          <a:lstStyle/>
          <a:p>
            <a:r>
              <a:rPr lang="en-GB" sz="2000" dirty="0"/>
              <a:t>Empty Vector.</a:t>
            </a:r>
          </a:p>
        </p:txBody>
      </p:sp>
      <p:sp>
        <p:nvSpPr>
          <p:cNvPr id="28" name="Right Brace 27">
            <a:extLst>
              <a:ext uri="{FF2B5EF4-FFF2-40B4-BE49-F238E27FC236}">
                <a16:creationId xmlns:a16="http://schemas.microsoft.com/office/drawing/2014/main" id="{AB4EB925-D645-9F34-4BFE-AB43D939FC50}"/>
              </a:ext>
            </a:extLst>
          </p:cNvPr>
          <p:cNvSpPr/>
          <p:nvPr/>
        </p:nvSpPr>
        <p:spPr>
          <a:xfrm rot="16200000">
            <a:off x="4656842" y="65984"/>
            <a:ext cx="235672" cy="1894791"/>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9" name="TextBox 28">
            <a:extLst>
              <a:ext uri="{FF2B5EF4-FFF2-40B4-BE49-F238E27FC236}">
                <a16:creationId xmlns:a16="http://schemas.microsoft.com/office/drawing/2014/main" id="{342AFBE9-BA27-54CC-6AA8-29C08C3D176E}"/>
              </a:ext>
            </a:extLst>
          </p:cNvPr>
          <p:cNvSpPr txBox="1"/>
          <p:nvPr/>
        </p:nvSpPr>
        <p:spPr>
          <a:xfrm>
            <a:off x="7216667" y="-293627"/>
            <a:ext cx="492443" cy="1226874"/>
          </a:xfrm>
          <a:prstGeom prst="rect">
            <a:avLst/>
          </a:prstGeom>
          <a:noFill/>
        </p:spPr>
        <p:txBody>
          <a:bodyPr vert="vert270" wrap="none" rtlCol="0">
            <a:spAutoFit/>
          </a:bodyPr>
          <a:lstStyle/>
          <a:p>
            <a:r>
              <a:rPr lang="en-GB" sz="2000" dirty="0"/>
              <a:t>Glycosyrin.</a:t>
            </a:r>
          </a:p>
        </p:txBody>
      </p:sp>
      <p:sp>
        <p:nvSpPr>
          <p:cNvPr id="30" name="Right Brace 29">
            <a:extLst>
              <a:ext uri="{FF2B5EF4-FFF2-40B4-BE49-F238E27FC236}">
                <a16:creationId xmlns:a16="http://schemas.microsoft.com/office/drawing/2014/main" id="{CC6729DB-2F65-C262-3A65-E6D3CB6EEFE2}"/>
              </a:ext>
            </a:extLst>
          </p:cNvPr>
          <p:cNvSpPr/>
          <p:nvPr/>
        </p:nvSpPr>
        <p:spPr>
          <a:xfrm rot="16200000">
            <a:off x="7345053" y="169676"/>
            <a:ext cx="235672" cy="1762814"/>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dirty="0"/>
          </a:p>
        </p:txBody>
      </p:sp>
      <p:sp>
        <p:nvSpPr>
          <p:cNvPr id="31" name="TextBox 30">
            <a:extLst>
              <a:ext uri="{FF2B5EF4-FFF2-40B4-BE49-F238E27FC236}">
                <a16:creationId xmlns:a16="http://schemas.microsoft.com/office/drawing/2014/main" id="{E2A410E5-AEB7-3779-8E6E-48513EADFBEE}"/>
              </a:ext>
            </a:extLst>
          </p:cNvPr>
          <p:cNvSpPr txBox="1"/>
          <p:nvPr/>
        </p:nvSpPr>
        <p:spPr>
          <a:xfrm>
            <a:off x="8580342" y="3599114"/>
            <a:ext cx="1486304" cy="400110"/>
          </a:xfrm>
          <a:prstGeom prst="rect">
            <a:avLst/>
          </a:prstGeom>
          <a:noFill/>
          <a:ln w="38100">
            <a:solidFill>
              <a:srgbClr val="009C59"/>
            </a:solidFill>
          </a:ln>
        </p:spPr>
        <p:txBody>
          <a:bodyPr wrap="none" rtlCol="0">
            <a:spAutoFit/>
          </a:bodyPr>
          <a:lstStyle/>
          <a:p>
            <a:r>
              <a:rPr lang="en-GB" sz="2000" dirty="0" err="1"/>
              <a:t>ConA</a:t>
            </a:r>
            <a:r>
              <a:rPr lang="en-GB" sz="2000" dirty="0"/>
              <a:t> Lectin.</a:t>
            </a:r>
          </a:p>
        </p:txBody>
      </p:sp>
      <p:sp>
        <p:nvSpPr>
          <p:cNvPr id="32" name="TextBox 31">
            <a:extLst>
              <a:ext uri="{FF2B5EF4-FFF2-40B4-BE49-F238E27FC236}">
                <a16:creationId xmlns:a16="http://schemas.microsoft.com/office/drawing/2014/main" id="{9FA11BED-37F8-822B-FE79-DE3954491C99}"/>
              </a:ext>
            </a:extLst>
          </p:cNvPr>
          <p:cNvSpPr txBox="1"/>
          <p:nvPr/>
        </p:nvSpPr>
        <p:spPr>
          <a:xfrm>
            <a:off x="3254689" y="548055"/>
            <a:ext cx="627095" cy="584775"/>
          </a:xfrm>
          <a:prstGeom prst="rect">
            <a:avLst/>
          </a:prstGeom>
          <a:noFill/>
        </p:spPr>
        <p:txBody>
          <a:bodyPr wrap="none" rtlCol="0">
            <a:spAutoFit/>
          </a:bodyPr>
          <a:lstStyle/>
          <a:p>
            <a:r>
              <a:rPr lang="en-GB" sz="1600" dirty="0"/>
              <a:t>Mw</a:t>
            </a:r>
          </a:p>
          <a:p>
            <a:r>
              <a:rPr lang="en-GB" sz="1600" dirty="0"/>
              <a:t>(kDa)</a:t>
            </a:r>
          </a:p>
        </p:txBody>
      </p:sp>
      <p:pic>
        <p:nvPicPr>
          <p:cNvPr id="2" name="Picture 1">
            <a:extLst>
              <a:ext uri="{FF2B5EF4-FFF2-40B4-BE49-F238E27FC236}">
                <a16:creationId xmlns:a16="http://schemas.microsoft.com/office/drawing/2014/main" id="{08870D6C-5B46-8E35-F0A2-1A768AA59448}"/>
              </a:ext>
            </a:extLst>
          </p:cNvPr>
          <p:cNvPicPr>
            <a:picLocks noChangeAspect="1"/>
          </p:cNvPicPr>
          <p:nvPr/>
        </p:nvPicPr>
        <p:blipFill>
          <a:blip r:embed="rId3">
            <a:extLst>
              <a:ext uri="{28A0092B-C50C-407E-A947-70E740481C1C}">
                <a14:useLocalDpi xmlns:a14="http://schemas.microsoft.com/office/drawing/2010/main" val="0"/>
              </a:ext>
            </a:extLst>
          </a:blip>
          <a:srcRect l="20763" t="28317" r="13017" b="62886"/>
          <a:stretch>
            <a:fillRect/>
          </a:stretch>
        </p:blipFill>
        <p:spPr>
          <a:xfrm>
            <a:off x="3847706" y="4106946"/>
            <a:ext cx="4496590" cy="583735"/>
          </a:xfrm>
          <a:prstGeom prst="rect">
            <a:avLst/>
          </a:prstGeom>
          <a:ln w="38100">
            <a:solidFill>
              <a:srgbClr val="009C59"/>
            </a:solidFill>
          </a:ln>
        </p:spPr>
      </p:pic>
      <p:sp>
        <p:nvSpPr>
          <p:cNvPr id="3" name="TextBox 2">
            <a:extLst>
              <a:ext uri="{FF2B5EF4-FFF2-40B4-BE49-F238E27FC236}">
                <a16:creationId xmlns:a16="http://schemas.microsoft.com/office/drawing/2014/main" id="{784B6634-FF80-6A5D-FA9B-E2A37224D3BD}"/>
              </a:ext>
            </a:extLst>
          </p:cNvPr>
          <p:cNvSpPr txBox="1"/>
          <p:nvPr/>
        </p:nvSpPr>
        <p:spPr>
          <a:xfrm>
            <a:off x="8580342" y="4106946"/>
            <a:ext cx="1141338" cy="400110"/>
          </a:xfrm>
          <a:prstGeom prst="rect">
            <a:avLst/>
          </a:prstGeom>
          <a:noFill/>
          <a:ln w="38100">
            <a:solidFill>
              <a:srgbClr val="009C59"/>
            </a:solidFill>
          </a:ln>
        </p:spPr>
        <p:txBody>
          <a:bodyPr wrap="none" rtlCol="0">
            <a:spAutoFit/>
          </a:bodyPr>
          <a:lstStyle/>
          <a:p>
            <a:r>
              <a:rPr lang="en-GB" sz="2000" dirty="0"/>
              <a:t>Ponceau.</a:t>
            </a:r>
          </a:p>
        </p:txBody>
      </p:sp>
      <p:cxnSp>
        <p:nvCxnSpPr>
          <p:cNvPr id="4" name="Straight Connector 3">
            <a:extLst>
              <a:ext uri="{FF2B5EF4-FFF2-40B4-BE49-F238E27FC236}">
                <a16:creationId xmlns:a16="http://schemas.microsoft.com/office/drawing/2014/main" id="{3C8BB662-078E-93EC-BA5C-FF0050237318}"/>
              </a:ext>
            </a:extLst>
          </p:cNvPr>
          <p:cNvCxnSpPr/>
          <p:nvPr/>
        </p:nvCxnSpPr>
        <p:spPr>
          <a:xfrm>
            <a:off x="3563332" y="4507056"/>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747357D-8E3C-6E35-8C9A-EC639590604D}"/>
              </a:ext>
            </a:extLst>
          </p:cNvPr>
          <p:cNvSpPr txBox="1"/>
          <p:nvPr/>
        </p:nvSpPr>
        <p:spPr>
          <a:xfrm>
            <a:off x="3116011" y="4337779"/>
            <a:ext cx="495649" cy="338554"/>
          </a:xfrm>
          <a:prstGeom prst="rect">
            <a:avLst/>
          </a:prstGeom>
          <a:noFill/>
        </p:spPr>
        <p:txBody>
          <a:bodyPr wrap="none" rtlCol="0">
            <a:spAutoFit/>
          </a:bodyPr>
          <a:lstStyle/>
          <a:p>
            <a:r>
              <a:rPr lang="en-GB" sz="1600" dirty="0"/>
              <a:t>~55</a:t>
            </a:r>
          </a:p>
        </p:txBody>
      </p:sp>
    </p:spTree>
    <p:extLst>
      <p:ext uri="{BB962C8B-B14F-4D97-AF65-F5344CB8AC3E}">
        <p14:creationId xmlns:p14="http://schemas.microsoft.com/office/powerpoint/2010/main" val="2976539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9B436-19D3-7B6D-5B8F-6E4CEC30408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86CFA9C-3F85-84AA-F04B-0472DEA9EF39}"/>
              </a:ext>
            </a:extLst>
          </p:cNvPr>
          <p:cNvPicPr>
            <a:picLocks noChangeAspect="1"/>
          </p:cNvPicPr>
          <p:nvPr/>
        </p:nvPicPr>
        <p:blipFill>
          <a:blip r:embed="rId2">
            <a:extLst>
              <a:ext uri="{28A0092B-C50C-407E-A947-70E740481C1C}">
                <a14:useLocalDpi xmlns:a14="http://schemas.microsoft.com/office/drawing/2010/main" val="0"/>
              </a:ext>
            </a:extLst>
          </a:blip>
          <a:srcRect l="27946" t="17457" r="28144" b="42406"/>
          <a:stretch>
            <a:fillRect/>
          </a:stretch>
        </p:blipFill>
        <p:spPr>
          <a:xfrm>
            <a:off x="3847706" y="1215819"/>
            <a:ext cx="4517013" cy="2752627"/>
          </a:xfrm>
          <a:prstGeom prst="rect">
            <a:avLst/>
          </a:prstGeom>
          <a:ln w="38100">
            <a:solidFill>
              <a:srgbClr val="009C59"/>
            </a:solidFill>
          </a:ln>
        </p:spPr>
      </p:pic>
      <p:cxnSp>
        <p:nvCxnSpPr>
          <p:cNvPr id="15" name="Straight Connector 14">
            <a:extLst>
              <a:ext uri="{FF2B5EF4-FFF2-40B4-BE49-F238E27FC236}">
                <a16:creationId xmlns:a16="http://schemas.microsoft.com/office/drawing/2014/main" id="{B870442F-249B-108F-CA0E-5E05E74B2630}"/>
              </a:ext>
            </a:extLst>
          </p:cNvPr>
          <p:cNvCxnSpPr/>
          <p:nvPr/>
        </p:nvCxnSpPr>
        <p:spPr>
          <a:xfrm>
            <a:off x="3563332" y="1376313"/>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2A0FDC-3301-81F4-8F9F-08BC348E4967}"/>
              </a:ext>
            </a:extLst>
          </p:cNvPr>
          <p:cNvCxnSpPr/>
          <p:nvPr/>
        </p:nvCxnSpPr>
        <p:spPr>
          <a:xfrm>
            <a:off x="3563332" y="1641835"/>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E4A7FBE-7C68-4148-5ABF-6915DB52AC44}"/>
              </a:ext>
            </a:extLst>
          </p:cNvPr>
          <p:cNvCxnSpPr/>
          <p:nvPr/>
        </p:nvCxnSpPr>
        <p:spPr>
          <a:xfrm>
            <a:off x="3563332" y="2037760"/>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0A48888-A6C0-DAB0-41D4-F21FE008429A}"/>
              </a:ext>
            </a:extLst>
          </p:cNvPr>
          <p:cNvCxnSpPr/>
          <p:nvPr/>
        </p:nvCxnSpPr>
        <p:spPr>
          <a:xfrm>
            <a:off x="3563332" y="2518528"/>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7846FE9-389B-59C6-8D42-DC3AD7F777C2}"/>
              </a:ext>
            </a:extLst>
          </p:cNvPr>
          <p:cNvCxnSpPr/>
          <p:nvPr/>
        </p:nvCxnSpPr>
        <p:spPr>
          <a:xfrm>
            <a:off x="3563332" y="3093563"/>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6FB7E1-22B7-6289-9444-83368972869D}"/>
              </a:ext>
            </a:extLst>
          </p:cNvPr>
          <p:cNvCxnSpPr/>
          <p:nvPr/>
        </p:nvCxnSpPr>
        <p:spPr>
          <a:xfrm>
            <a:off x="3563332" y="3696878"/>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E1CC35D-7193-DFC3-2E5C-44831B411673}"/>
              </a:ext>
            </a:extLst>
          </p:cNvPr>
          <p:cNvSpPr txBox="1"/>
          <p:nvPr/>
        </p:nvSpPr>
        <p:spPr>
          <a:xfrm>
            <a:off x="3011816" y="1206328"/>
            <a:ext cx="599844" cy="338554"/>
          </a:xfrm>
          <a:prstGeom prst="rect">
            <a:avLst/>
          </a:prstGeom>
          <a:noFill/>
        </p:spPr>
        <p:txBody>
          <a:bodyPr wrap="none" rtlCol="0">
            <a:spAutoFit/>
          </a:bodyPr>
          <a:lstStyle/>
          <a:p>
            <a:r>
              <a:rPr lang="en-GB" sz="1600" dirty="0"/>
              <a:t>~130</a:t>
            </a:r>
          </a:p>
        </p:txBody>
      </p:sp>
      <p:sp>
        <p:nvSpPr>
          <p:cNvPr id="22" name="TextBox 21">
            <a:extLst>
              <a:ext uri="{FF2B5EF4-FFF2-40B4-BE49-F238E27FC236}">
                <a16:creationId xmlns:a16="http://schemas.microsoft.com/office/drawing/2014/main" id="{4A4490A3-F788-04AE-31D7-FAF389A3F4B1}"/>
              </a:ext>
            </a:extLst>
          </p:cNvPr>
          <p:cNvSpPr txBox="1"/>
          <p:nvPr/>
        </p:nvSpPr>
        <p:spPr>
          <a:xfrm>
            <a:off x="3043011" y="1489776"/>
            <a:ext cx="599844" cy="338554"/>
          </a:xfrm>
          <a:prstGeom prst="rect">
            <a:avLst/>
          </a:prstGeom>
          <a:noFill/>
        </p:spPr>
        <p:txBody>
          <a:bodyPr wrap="none" rtlCol="0">
            <a:spAutoFit/>
          </a:bodyPr>
          <a:lstStyle/>
          <a:p>
            <a:r>
              <a:rPr lang="en-GB" sz="1600" dirty="0"/>
              <a:t>~100</a:t>
            </a:r>
          </a:p>
        </p:txBody>
      </p:sp>
      <p:sp>
        <p:nvSpPr>
          <p:cNvPr id="23" name="TextBox 22">
            <a:extLst>
              <a:ext uri="{FF2B5EF4-FFF2-40B4-BE49-F238E27FC236}">
                <a16:creationId xmlns:a16="http://schemas.microsoft.com/office/drawing/2014/main" id="{ED351BF3-1104-DA94-345A-52FC052F607C}"/>
              </a:ext>
            </a:extLst>
          </p:cNvPr>
          <p:cNvSpPr txBox="1"/>
          <p:nvPr/>
        </p:nvSpPr>
        <p:spPr>
          <a:xfrm>
            <a:off x="3147206" y="1892457"/>
            <a:ext cx="495649" cy="338554"/>
          </a:xfrm>
          <a:prstGeom prst="rect">
            <a:avLst/>
          </a:prstGeom>
          <a:noFill/>
        </p:spPr>
        <p:txBody>
          <a:bodyPr wrap="none" rtlCol="0">
            <a:spAutoFit/>
          </a:bodyPr>
          <a:lstStyle/>
          <a:p>
            <a:r>
              <a:rPr lang="en-GB" sz="1600" dirty="0"/>
              <a:t>~70</a:t>
            </a:r>
          </a:p>
        </p:txBody>
      </p:sp>
      <p:sp>
        <p:nvSpPr>
          <p:cNvPr id="24" name="TextBox 23">
            <a:extLst>
              <a:ext uri="{FF2B5EF4-FFF2-40B4-BE49-F238E27FC236}">
                <a16:creationId xmlns:a16="http://schemas.microsoft.com/office/drawing/2014/main" id="{927A5220-6453-B19A-49B0-0A70EED31646}"/>
              </a:ext>
            </a:extLst>
          </p:cNvPr>
          <p:cNvSpPr txBox="1"/>
          <p:nvPr/>
        </p:nvSpPr>
        <p:spPr>
          <a:xfrm>
            <a:off x="3148650" y="2375657"/>
            <a:ext cx="495649" cy="338554"/>
          </a:xfrm>
          <a:prstGeom prst="rect">
            <a:avLst/>
          </a:prstGeom>
          <a:noFill/>
        </p:spPr>
        <p:txBody>
          <a:bodyPr wrap="none" rtlCol="0">
            <a:spAutoFit/>
          </a:bodyPr>
          <a:lstStyle/>
          <a:p>
            <a:r>
              <a:rPr lang="en-GB" sz="1600" dirty="0"/>
              <a:t>~55</a:t>
            </a:r>
          </a:p>
        </p:txBody>
      </p:sp>
      <p:sp>
        <p:nvSpPr>
          <p:cNvPr id="25" name="TextBox 24">
            <a:extLst>
              <a:ext uri="{FF2B5EF4-FFF2-40B4-BE49-F238E27FC236}">
                <a16:creationId xmlns:a16="http://schemas.microsoft.com/office/drawing/2014/main" id="{DAF9A2A2-BD5C-07F5-3113-5D978AF723BB}"/>
              </a:ext>
            </a:extLst>
          </p:cNvPr>
          <p:cNvSpPr txBox="1"/>
          <p:nvPr/>
        </p:nvSpPr>
        <p:spPr>
          <a:xfrm>
            <a:off x="3142724" y="2921210"/>
            <a:ext cx="495649" cy="338554"/>
          </a:xfrm>
          <a:prstGeom prst="rect">
            <a:avLst/>
          </a:prstGeom>
          <a:noFill/>
        </p:spPr>
        <p:txBody>
          <a:bodyPr wrap="none" rtlCol="0">
            <a:spAutoFit/>
          </a:bodyPr>
          <a:lstStyle/>
          <a:p>
            <a:r>
              <a:rPr lang="en-GB" sz="1600" dirty="0"/>
              <a:t>~40</a:t>
            </a:r>
          </a:p>
        </p:txBody>
      </p:sp>
      <p:sp>
        <p:nvSpPr>
          <p:cNvPr id="26" name="TextBox 25">
            <a:extLst>
              <a:ext uri="{FF2B5EF4-FFF2-40B4-BE49-F238E27FC236}">
                <a16:creationId xmlns:a16="http://schemas.microsoft.com/office/drawing/2014/main" id="{8C0B4BDB-F50E-27E8-5454-710E21F83D0E}"/>
              </a:ext>
            </a:extLst>
          </p:cNvPr>
          <p:cNvSpPr txBox="1"/>
          <p:nvPr/>
        </p:nvSpPr>
        <p:spPr>
          <a:xfrm>
            <a:off x="3147206" y="3536856"/>
            <a:ext cx="495649" cy="338554"/>
          </a:xfrm>
          <a:prstGeom prst="rect">
            <a:avLst/>
          </a:prstGeom>
          <a:noFill/>
        </p:spPr>
        <p:txBody>
          <a:bodyPr wrap="none" rtlCol="0">
            <a:spAutoFit/>
          </a:bodyPr>
          <a:lstStyle/>
          <a:p>
            <a:r>
              <a:rPr lang="en-GB" sz="1600" dirty="0"/>
              <a:t>~35</a:t>
            </a:r>
          </a:p>
        </p:txBody>
      </p:sp>
      <p:sp>
        <p:nvSpPr>
          <p:cNvPr id="27" name="TextBox 26">
            <a:extLst>
              <a:ext uri="{FF2B5EF4-FFF2-40B4-BE49-F238E27FC236}">
                <a16:creationId xmlns:a16="http://schemas.microsoft.com/office/drawing/2014/main" id="{A53183AB-D4D0-2AF0-256B-315327AAC780}"/>
              </a:ext>
            </a:extLst>
          </p:cNvPr>
          <p:cNvSpPr txBox="1"/>
          <p:nvPr/>
        </p:nvSpPr>
        <p:spPr>
          <a:xfrm>
            <a:off x="4411744" y="94267"/>
            <a:ext cx="800219" cy="802965"/>
          </a:xfrm>
          <a:prstGeom prst="rect">
            <a:avLst/>
          </a:prstGeom>
          <a:noFill/>
        </p:spPr>
        <p:txBody>
          <a:bodyPr vert="vert270" wrap="square" rtlCol="0">
            <a:spAutoFit/>
          </a:bodyPr>
          <a:lstStyle/>
          <a:p>
            <a:r>
              <a:rPr lang="en-GB" sz="2000" dirty="0"/>
              <a:t>Empty Vector.</a:t>
            </a:r>
          </a:p>
        </p:txBody>
      </p:sp>
      <p:sp>
        <p:nvSpPr>
          <p:cNvPr id="28" name="Right Brace 27">
            <a:extLst>
              <a:ext uri="{FF2B5EF4-FFF2-40B4-BE49-F238E27FC236}">
                <a16:creationId xmlns:a16="http://schemas.microsoft.com/office/drawing/2014/main" id="{7C9C45A6-1B22-3367-9401-42430DB0C50A}"/>
              </a:ext>
            </a:extLst>
          </p:cNvPr>
          <p:cNvSpPr/>
          <p:nvPr/>
        </p:nvSpPr>
        <p:spPr>
          <a:xfrm rot="16200000">
            <a:off x="4656842" y="65984"/>
            <a:ext cx="235672" cy="1894791"/>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9" name="TextBox 28">
            <a:extLst>
              <a:ext uri="{FF2B5EF4-FFF2-40B4-BE49-F238E27FC236}">
                <a16:creationId xmlns:a16="http://schemas.microsoft.com/office/drawing/2014/main" id="{CAB2CA37-E3A1-C5AD-229A-932BD258E2A6}"/>
              </a:ext>
            </a:extLst>
          </p:cNvPr>
          <p:cNvSpPr txBox="1"/>
          <p:nvPr/>
        </p:nvSpPr>
        <p:spPr>
          <a:xfrm>
            <a:off x="7216667" y="-293627"/>
            <a:ext cx="492443" cy="1226874"/>
          </a:xfrm>
          <a:prstGeom prst="rect">
            <a:avLst/>
          </a:prstGeom>
          <a:noFill/>
        </p:spPr>
        <p:txBody>
          <a:bodyPr vert="vert270" wrap="none" rtlCol="0">
            <a:spAutoFit/>
          </a:bodyPr>
          <a:lstStyle/>
          <a:p>
            <a:r>
              <a:rPr lang="en-GB" sz="2000" dirty="0"/>
              <a:t>Glycosyrin.</a:t>
            </a:r>
          </a:p>
        </p:txBody>
      </p:sp>
      <p:sp>
        <p:nvSpPr>
          <p:cNvPr id="30" name="Right Brace 29">
            <a:extLst>
              <a:ext uri="{FF2B5EF4-FFF2-40B4-BE49-F238E27FC236}">
                <a16:creationId xmlns:a16="http://schemas.microsoft.com/office/drawing/2014/main" id="{81684784-3967-0A49-9D33-E16F3517084A}"/>
              </a:ext>
            </a:extLst>
          </p:cNvPr>
          <p:cNvSpPr/>
          <p:nvPr/>
        </p:nvSpPr>
        <p:spPr>
          <a:xfrm rot="16200000">
            <a:off x="7345053" y="169676"/>
            <a:ext cx="235672" cy="1762814"/>
          </a:xfrm>
          <a:prstGeom prst="rightBrace">
            <a:avLst/>
          </a:prstGeom>
          <a:ln>
            <a:solidFill>
              <a:schemeClr val="bg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dirty="0"/>
          </a:p>
        </p:txBody>
      </p:sp>
      <p:sp>
        <p:nvSpPr>
          <p:cNvPr id="32" name="TextBox 31">
            <a:extLst>
              <a:ext uri="{FF2B5EF4-FFF2-40B4-BE49-F238E27FC236}">
                <a16:creationId xmlns:a16="http://schemas.microsoft.com/office/drawing/2014/main" id="{0BC82BDA-98EC-FC8E-3540-AE1B530E4158}"/>
              </a:ext>
            </a:extLst>
          </p:cNvPr>
          <p:cNvSpPr txBox="1"/>
          <p:nvPr/>
        </p:nvSpPr>
        <p:spPr>
          <a:xfrm>
            <a:off x="3254689" y="548055"/>
            <a:ext cx="627095" cy="584775"/>
          </a:xfrm>
          <a:prstGeom prst="rect">
            <a:avLst/>
          </a:prstGeom>
          <a:noFill/>
        </p:spPr>
        <p:txBody>
          <a:bodyPr wrap="none" rtlCol="0">
            <a:spAutoFit/>
          </a:bodyPr>
          <a:lstStyle/>
          <a:p>
            <a:r>
              <a:rPr lang="en-GB" sz="1600" dirty="0"/>
              <a:t>Mw</a:t>
            </a:r>
          </a:p>
          <a:p>
            <a:r>
              <a:rPr lang="en-GB" sz="1600" dirty="0"/>
              <a:t>(kDa)</a:t>
            </a:r>
          </a:p>
        </p:txBody>
      </p:sp>
      <p:pic>
        <p:nvPicPr>
          <p:cNvPr id="2" name="Picture 1">
            <a:extLst>
              <a:ext uri="{FF2B5EF4-FFF2-40B4-BE49-F238E27FC236}">
                <a16:creationId xmlns:a16="http://schemas.microsoft.com/office/drawing/2014/main" id="{BABC41CB-422E-9420-3869-B913128AF6AF}"/>
              </a:ext>
            </a:extLst>
          </p:cNvPr>
          <p:cNvPicPr>
            <a:picLocks noChangeAspect="1"/>
          </p:cNvPicPr>
          <p:nvPr/>
        </p:nvPicPr>
        <p:blipFill>
          <a:blip r:embed="rId3">
            <a:extLst>
              <a:ext uri="{28A0092B-C50C-407E-A947-70E740481C1C}">
                <a14:useLocalDpi xmlns:a14="http://schemas.microsoft.com/office/drawing/2010/main" val="0"/>
              </a:ext>
            </a:extLst>
          </a:blip>
          <a:srcRect l="20763" t="28317" r="13017" b="62886"/>
          <a:stretch>
            <a:fillRect/>
          </a:stretch>
        </p:blipFill>
        <p:spPr>
          <a:xfrm>
            <a:off x="3847706" y="4106946"/>
            <a:ext cx="4496590" cy="583735"/>
          </a:xfrm>
          <a:prstGeom prst="rect">
            <a:avLst/>
          </a:prstGeom>
          <a:ln w="38100">
            <a:solidFill>
              <a:srgbClr val="009C59"/>
            </a:solidFill>
          </a:ln>
        </p:spPr>
      </p:pic>
      <p:cxnSp>
        <p:nvCxnSpPr>
          <p:cNvPr id="4" name="Straight Connector 3">
            <a:extLst>
              <a:ext uri="{FF2B5EF4-FFF2-40B4-BE49-F238E27FC236}">
                <a16:creationId xmlns:a16="http://schemas.microsoft.com/office/drawing/2014/main" id="{EE272E48-AB45-A0B9-0850-3452E6501F63}"/>
              </a:ext>
            </a:extLst>
          </p:cNvPr>
          <p:cNvCxnSpPr/>
          <p:nvPr/>
        </p:nvCxnSpPr>
        <p:spPr>
          <a:xfrm>
            <a:off x="3563332" y="4507056"/>
            <a:ext cx="263950" cy="0"/>
          </a:xfrm>
          <a:prstGeom prst="line">
            <a:avLst/>
          </a:prstGeom>
          <a:ln w="38100">
            <a:solidFill>
              <a:srgbClr val="009C59"/>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FA4D24-0CD6-AD94-62D9-2B4D8DAB9100}"/>
              </a:ext>
            </a:extLst>
          </p:cNvPr>
          <p:cNvSpPr txBox="1"/>
          <p:nvPr/>
        </p:nvSpPr>
        <p:spPr>
          <a:xfrm>
            <a:off x="3116011" y="4337779"/>
            <a:ext cx="495649" cy="338554"/>
          </a:xfrm>
          <a:prstGeom prst="rect">
            <a:avLst/>
          </a:prstGeom>
          <a:noFill/>
        </p:spPr>
        <p:txBody>
          <a:bodyPr wrap="none" rtlCol="0">
            <a:spAutoFit/>
          </a:bodyPr>
          <a:lstStyle/>
          <a:p>
            <a:r>
              <a:rPr lang="en-GB" sz="1600" dirty="0"/>
              <a:t>~55</a:t>
            </a:r>
          </a:p>
        </p:txBody>
      </p:sp>
    </p:spTree>
    <p:extLst>
      <p:ext uri="{BB962C8B-B14F-4D97-AF65-F5344CB8AC3E}">
        <p14:creationId xmlns:p14="http://schemas.microsoft.com/office/powerpoint/2010/main" val="1265505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A34BB9-5644-6E9A-FE2E-2192693E3293}"/>
              </a:ext>
            </a:extLst>
          </p:cNvPr>
          <p:cNvPicPr>
            <a:picLocks noChangeAspect="1"/>
          </p:cNvPicPr>
          <p:nvPr/>
        </p:nvPicPr>
        <p:blipFill>
          <a:blip r:embed="rId2">
            <a:extLst>
              <a:ext uri="{28A0092B-C50C-407E-A947-70E740481C1C}">
                <a14:useLocalDpi xmlns:a14="http://schemas.microsoft.com/office/drawing/2010/main" val="0"/>
              </a:ext>
            </a:extLst>
          </a:blip>
          <a:srcRect r="71596"/>
          <a:stretch>
            <a:fillRect/>
          </a:stretch>
        </p:blipFill>
        <p:spPr>
          <a:xfrm>
            <a:off x="236063" y="0"/>
            <a:ext cx="2921916" cy="6858000"/>
          </a:xfrm>
          <a:prstGeom prst="rect">
            <a:avLst/>
          </a:prstGeom>
        </p:spPr>
      </p:pic>
    </p:spTree>
    <p:extLst>
      <p:ext uri="{BB962C8B-B14F-4D97-AF65-F5344CB8AC3E}">
        <p14:creationId xmlns:p14="http://schemas.microsoft.com/office/powerpoint/2010/main" val="947684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68E511-2D18-9B66-7161-7DEB18CC14D7}"/>
              </a:ext>
            </a:extLst>
          </p:cNvPr>
          <p:cNvPicPr>
            <a:picLocks noChangeAspect="1"/>
          </p:cNvPicPr>
          <p:nvPr/>
        </p:nvPicPr>
        <p:blipFill>
          <a:blip r:embed="rId2">
            <a:extLst>
              <a:ext uri="{28A0092B-C50C-407E-A947-70E740481C1C}">
                <a14:useLocalDpi xmlns:a14="http://schemas.microsoft.com/office/drawing/2010/main" val="0"/>
              </a:ext>
            </a:extLst>
          </a:blip>
          <a:srcRect l="20763" t="28317" r="13017" b="62886"/>
          <a:stretch>
            <a:fillRect/>
          </a:stretch>
        </p:blipFill>
        <p:spPr>
          <a:xfrm>
            <a:off x="4044098" y="1941922"/>
            <a:ext cx="4647415" cy="603315"/>
          </a:xfrm>
          <a:prstGeom prst="rect">
            <a:avLst/>
          </a:prstGeom>
        </p:spPr>
      </p:pic>
    </p:spTree>
    <p:extLst>
      <p:ext uri="{BB962C8B-B14F-4D97-AF65-F5344CB8AC3E}">
        <p14:creationId xmlns:p14="http://schemas.microsoft.com/office/powerpoint/2010/main" val="412341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4A00"/>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9D71F6-EEC7-947C-D3CA-1265F1805A7B}"/>
              </a:ext>
            </a:extLst>
          </p:cNvPr>
          <p:cNvSpPr/>
          <p:nvPr/>
        </p:nvSpPr>
        <p:spPr>
          <a:xfrm>
            <a:off x="795975" y="2997723"/>
            <a:ext cx="6622919" cy="3505985"/>
          </a:xfrm>
          <a:prstGeom prst="rect">
            <a:avLst/>
          </a:prstGeom>
          <a:solidFill>
            <a:srgbClr val="009C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1552DC2B-2F6D-3E7B-63C2-2A143CC16F13}"/>
              </a:ext>
            </a:extLst>
          </p:cNvPr>
          <p:cNvSpPr/>
          <p:nvPr/>
        </p:nvSpPr>
        <p:spPr>
          <a:xfrm>
            <a:off x="795975" y="109192"/>
            <a:ext cx="6622919" cy="2775410"/>
          </a:xfrm>
          <a:prstGeom prst="rect">
            <a:avLst/>
          </a:prstGeom>
          <a:solidFill>
            <a:srgbClr val="00F9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Tree>
    <p:extLst>
      <p:ext uri="{BB962C8B-B14F-4D97-AF65-F5344CB8AC3E}">
        <p14:creationId xmlns:p14="http://schemas.microsoft.com/office/powerpoint/2010/main" val="403072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1C9574-2285-2C28-2618-7501995F88A6}"/>
              </a:ext>
            </a:extLst>
          </p:cNvPr>
          <p:cNvSpPr txBox="1"/>
          <p:nvPr/>
        </p:nvSpPr>
        <p:spPr>
          <a:xfrm>
            <a:off x="197963" y="207390"/>
            <a:ext cx="3910558" cy="369332"/>
          </a:xfrm>
          <a:prstGeom prst="rect">
            <a:avLst/>
          </a:prstGeom>
          <a:noFill/>
        </p:spPr>
        <p:txBody>
          <a:bodyPr wrap="none" rtlCol="0">
            <a:spAutoFit/>
          </a:bodyPr>
          <a:lstStyle/>
          <a:p>
            <a:r>
              <a:rPr lang="en-GB" dirty="0"/>
              <a:t>Background: what to put on the poster. </a:t>
            </a:r>
          </a:p>
        </p:txBody>
      </p:sp>
      <p:sp>
        <p:nvSpPr>
          <p:cNvPr id="3" name="TextBox 2">
            <a:extLst>
              <a:ext uri="{FF2B5EF4-FFF2-40B4-BE49-F238E27FC236}">
                <a16:creationId xmlns:a16="http://schemas.microsoft.com/office/drawing/2014/main" id="{04394028-8B94-C604-23DA-AC01D2393883}"/>
              </a:ext>
            </a:extLst>
          </p:cNvPr>
          <p:cNvSpPr txBox="1"/>
          <p:nvPr/>
        </p:nvSpPr>
        <p:spPr>
          <a:xfrm>
            <a:off x="433633" y="838986"/>
            <a:ext cx="8239027" cy="2585323"/>
          </a:xfrm>
          <a:prstGeom prst="rect">
            <a:avLst/>
          </a:prstGeom>
          <a:noFill/>
        </p:spPr>
        <p:txBody>
          <a:bodyPr wrap="square" rtlCol="0">
            <a:spAutoFit/>
          </a:bodyPr>
          <a:lstStyle/>
          <a:p>
            <a:pPr marL="285750" indent="-285750">
              <a:buFont typeface="Arial" panose="020B0604020202020204" pitchFamily="34" charset="0"/>
              <a:buChar char="•"/>
            </a:pPr>
            <a:r>
              <a:rPr lang="en-GB" dirty="0"/>
              <a:t>Glycosyrin is an </a:t>
            </a:r>
            <a:r>
              <a:rPr lang="en-GB" dirty="0" err="1"/>
              <a:t>iminosugar</a:t>
            </a:r>
            <a:r>
              <a:rPr lang="en-GB" dirty="0"/>
              <a:t> inhibitor of plant glycosidases, and is encoded by the </a:t>
            </a:r>
            <a:r>
              <a:rPr lang="en-GB" dirty="0" err="1"/>
              <a:t>gsn</a:t>
            </a:r>
            <a:r>
              <a:rPr lang="en-GB" dirty="0"/>
              <a:t> biosynthesis cluster.</a:t>
            </a:r>
          </a:p>
          <a:p>
            <a:pPr marL="285750" indent="-285750">
              <a:buFont typeface="Arial" panose="020B0604020202020204" pitchFamily="34" charset="0"/>
              <a:buChar char="•"/>
            </a:pPr>
            <a:r>
              <a:rPr lang="en-GB" dirty="0"/>
              <a:t>Though involved in other plant-pathogen systems, the roles of glycosyrin have primarily been studied in the Nicotiana benthamiana-Pseudomonas syringae plant-pathogen system, in which it inhibits the </a:t>
            </a:r>
            <a:r>
              <a:rPr lang="el-GR" dirty="0"/>
              <a:t>β-</a:t>
            </a:r>
            <a:r>
              <a:rPr lang="en-GB" dirty="0"/>
              <a:t>galactosidase BGAL1. </a:t>
            </a:r>
          </a:p>
          <a:p>
            <a:pPr marL="285750" indent="-285750">
              <a:buFont typeface="Arial" panose="020B0604020202020204" pitchFamily="34" charset="0"/>
              <a:buChar char="•"/>
            </a:pPr>
            <a:r>
              <a:rPr lang="en-GB" dirty="0"/>
              <a:t>Glycosyrin could be inspire therapies to treat human diseases.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1915878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06C98A-2608-51C7-9BC0-97418643A17F}"/>
              </a:ext>
            </a:extLst>
          </p:cNvPr>
          <p:cNvSpPr txBox="1"/>
          <p:nvPr/>
        </p:nvSpPr>
        <p:spPr>
          <a:xfrm>
            <a:off x="263951" y="282804"/>
            <a:ext cx="2527936" cy="369332"/>
          </a:xfrm>
          <a:prstGeom prst="rect">
            <a:avLst/>
          </a:prstGeom>
          <a:noFill/>
        </p:spPr>
        <p:txBody>
          <a:bodyPr wrap="none" rtlCol="0">
            <a:spAutoFit/>
          </a:bodyPr>
          <a:lstStyle/>
          <a:p>
            <a:r>
              <a:rPr lang="en-GB" dirty="0"/>
              <a:t>Background: what to say.</a:t>
            </a:r>
          </a:p>
        </p:txBody>
      </p:sp>
      <p:sp>
        <p:nvSpPr>
          <p:cNvPr id="4" name="TextBox 3">
            <a:extLst>
              <a:ext uri="{FF2B5EF4-FFF2-40B4-BE49-F238E27FC236}">
                <a16:creationId xmlns:a16="http://schemas.microsoft.com/office/drawing/2014/main" id="{7FBF4EA4-2EC7-2F36-0CA8-836E5C9A7E1C}"/>
              </a:ext>
            </a:extLst>
          </p:cNvPr>
          <p:cNvSpPr txBox="1"/>
          <p:nvPr/>
        </p:nvSpPr>
        <p:spPr>
          <a:xfrm>
            <a:off x="628251" y="1283871"/>
            <a:ext cx="10138072" cy="3416320"/>
          </a:xfrm>
          <a:prstGeom prst="rect">
            <a:avLst/>
          </a:prstGeom>
          <a:noFill/>
        </p:spPr>
        <p:txBody>
          <a:bodyPr wrap="square" rtlCol="0">
            <a:spAutoFit/>
          </a:bodyPr>
          <a:lstStyle/>
          <a:p>
            <a:r>
              <a:rPr lang="en-GB" dirty="0"/>
              <a:t>Glycosyrin is an </a:t>
            </a:r>
            <a:r>
              <a:rPr lang="en-GB" dirty="0" err="1"/>
              <a:t>iminosugar</a:t>
            </a:r>
            <a:r>
              <a:rPr lang="en-GB" dirty="0"/>
              <a:t> inhibitor of plant glycosidases, and is encoded by the </a:t>
            </a:r>
            <a:r>
              <a:rPr lang="en-GB" dirty="0" err="1"/>
              <a:t>gsn</a:t>
            </a:r>
            <a:r>
              <a:rPr lang="en-GB" dirty="0"/>
              <a:t> biosynthesis cluster of five genes. This means that </a:t>
            </a:r>
            <a:r>
              <a:rPr lang="en-GB" i="1" dirty="0"/>
              <a:t>Agrobacterium</a:t>
            </a:r>
            <a:r>
              <a:rPr lang="en-GB" dirty="0"/>
              <a:t> containing the </a:t>
            </a:r>
            <a:r>
              <a:rPr lang="en-GB" dirty="0" err="1"/>
              <a:t>gsn</a:t>
            </a:r>
            <a:r>
              <a:rPr lang="en-GB" dirty="0"/>
              <a:t> cluster in its T-DNA can produce glycosyrin, when infiltrated into the apoplast. </a:t>
            </a:r>
          </a:p>
          <a:p>
            <a:r>
              <a:rPr lang="en-GB" dirty="0"/>
              <a:t>Though involved in other plant-pathogen systems, the roles of glycosyrin have primarily been studied in the Nicotiana benthamiana-Pseudomonas syringae plant-pathogen system, in which it inhibits the </a:t>
            </a:r>
            <a:r>
              <a:rPr lang="el-GR" dirty="0"/>
              <a:t>β-</a:t>
            </a:r>
            <a:r>
              <a:rPr lang="en-GB" dirty="0"/>
              <a:t>galactosidase BGAL1. </a:t>
            </a:r>
          </a:p>
          <a:p>
            <a:r>
              <a:rPr lang="en-GB" dirty="0"/>
              <a:t>BGAL1 aids proteases in releasing flg22 peptides from flagellin to initiate Pattern Triggered Immunity (PTI), so understanding how glycosyrin inhibits glycosidases is critical from a plant immunity perspective. </a:t>
            </a:r>
          </a:p>
          <a:p>
            <a:r>
              <a:rPr lang="en-GB" dirty="0"/>
              <a:t>Additionally, glycosyrin can cause a build-up of osmolytes, such as trehalose, by inhibiting other glycosidases. </a:t>
            </a:r>
          </a:p>
          <a:p>
            <a:r>
              <a:rPr lang="en-GB" dirty="0"/>
              <a:t>Glycosyrin also poses exciting possibilities for human health as other </a:t>
            </a:r>
            <a:r>
              <a:rPr lang="en-GB" dirty="0" err="1"/>
              <a:t>iminosugars</a:t>
            </a:r>
            <a:r>
              <a:rPr lang="en-GB" dirty="0"/>
              <a:t> have been used to treat diseases, such as Type II diabetes, so glycosyrin could be used in the development of new therapies. </a:t>
            </a:r>
          </a:p>
        </p:txBody>
      </p:sp>
    </p:spTree>
    <p:extLst>
      <p:ext uri="{BB962C8B-B14F-4D97-AF65-F5344CB8AC3E}">
        <p14:creationId xmlns:p14="http://schemas.microsoft.com/office/powerpoint/2010/main" val="665212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B19045-23DE-5720-8CCE-747646C552EF}"/>
              </a:ext>
            </a:extLst>
          </p:cNvPr>
          <p:cNvSpPr txBox="1"/>
          <p:nvPr/>
        </p:nvSpPr>
        <p:spPr>
          <a:xfrm>
            <a:off x="273377" y="254523"/>
            <a:ext cx="4668650" cy="369332"/>
          </a:xfrm>
          <a:prstGeom prst="rect">
            <a:avLst/>
          </a:prstGeom>
          <a:noFill/>
        </p:spPr>
        <p:txBody>
          <a:bodyPr wrap="none" rtlCol="0">
            <a:spAutoFit/>
          </a:bodyPr>
          <a:lstStyle/>
          <a:p>
            <a:r>
              <a:rPr lang="en-GB" dirty="0"/>
              <a:t>Aims and objectives: what to put on the poster. </a:t>
            </a:r>
          </a:p>
        </p:txBody>
      </p:sp>
      <p:sp>
        <p:nvSpPr>
          <p:cNvPr id="3" name="TextBox 2">
            <a:extLst>
              <a:ext uri="{FF2B5EF4-FFF2-40B4-BE49-F238E27FC236}">
                <a16:creationId xmlns:a16="http://schemas.microsoft.com/office/drawing/2014/main" id="{4A2DB8B7-C418-BEF1-0F9D-58C54EEC4085}"/>
              </a:ext>
            </a:extLst>
          </p:cNvPr>
          <p:cNvSpPr txBox="1"/>
          <p:nvPr/>
        </p:nvSpPr>
        <p:spPr>
          <a:xfrm>
            <a:off x="194820" y="5538169"/>
            <a:ext cx="7692273" cy="1200329"/>
          </a:xfrm>
          <a:prstGeom prst="rect">
            <a:avLst/>
          </a:prstGeom>
          <a:noFill/>
        </p:spPr>
        <p:txBody>
          <a:bodyPr wrap="square" rtlCol="0">
            <a:spAutoFit/>
          </a:bodyPr>
          <a:lstStyle/>
          <a:p>
            <a:r>
              <a:rPr lang="en-GB" dirty="0"/>
              <a:t>H0: no significant difference in lectin binding or FDG levels between glycosyrin and the controls. </a:t>
            </a:r>
          </a:p>
          <a:p>
            <a:r>
              <a:rPr lang="en-GB" dirty="0"/>
              <a:t>HA: significantly increased lectin binding, but decreased FDG levels, in glycosyrin-treated samples relative to the controls.</a:t>
            </a:r>
          </a:p>
        </p:txBody>
      </p:sp>
      <p:graphicFrame>
        <p:nvGraphicFramePr>
          <p:cNvPr id="4" name="Diagram 3">
            <a:extLst>
              <a:ext uri="{FF2B5EF4-FFF2-40B4-BE49-F238E27FC236}">
                <a16:creationId xmlns:a16="http://schemas.microsoft.com/office/drawing/2014/main" id="{A05B1A90-1ACA-3DDB-FF4F-2FE3E3AD8D6E}"/>
              </a:ext>
            </a:extLst>
          </p:cNvPr>
          <p:cNvGraphicFramePr/>
          <p:nvPr>
            <p:extLst>
              <p:ext uri="{D42A27DB-BD31-4B8C-83A1-F6EECF244321}">
                <p14:modId xmlns:p14="http://schemas.microsoft.com/office/powerpoint/2010/main" val="1059217668"/>
              </p:ext>
            </p:extLst>
          </p:nvPr>
        </p:nvGraphicFramePr>
        <p:xfrm>
          <a:off x="2437352" y="834333"/>
          <a:ext cx="8328058" cy="4493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800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89DE8C-03BA-EF3B-0E02-CC0C8C8E47E9}"/>
              </a:ext>
            </a:extLst>
          </p:cNvPr>
          <p:cNvSpPr txBox="1"/>
          <p:nvPr/>
        </p:nvSpPr>
        <p:spPr>
          <a:xfrm>
            <a:off x="235670" y="235669"/>
            <a:ext cx="3286028" cy="369332"/>
          </a:xfrm>
          <a:prstGeom prst="rect">
            <a:avLst/>
          </a:prstGeom>
          <a:noFill/>
        </p:spPr>
        <p:txBody>
          <a:bodyPr wrap="none" rtlCol="0">
            <a:spAutoFit/>
          </a:bodyPr>
          <a:lstStyle/>
          <a:p>
            <a:r>
              <a:rPr lang="en-GB" dirty="0"/>
              <a:t>Aims and objectives: what to say.</a:t>
            </a:r>
          </a:p>
        </p:txBody>
      </p:sp>
      <p:sp>
        <p:nvSpPr>
          <p:cNvPr id="3" name="TextBox 2">
            <a:extLst>
              <a:ext uri="{FF2B5EF4-FFF2-40B4-BE49-F238E27FC236}">
                <a16:creationId xmlns:a16="http://schemas.microsoft.com/office/drawing/2014/main" id="{28254672-66F8-B0C5-F37F-2DF63747BF7F}"/>
              </a:ext>
            </a:extLst>
          </p:cNvPr>
          <p:cNvSpPr txBox="1"/>
          <p:nvPr/>
        </p:nvSpPr>
        <p:spPr>
          <a:xfrm>
            <a:off x="886120" y="1517715"/>
            <a:ext cx="6448745" cy="4801314"/>
          </a:xfrm>
          <a:prstGeom prst="rect">
            <a:avLst/>
          </a:prstGeom>
          <a:noFill/>
        </p:spPr>
        <p:txBody>
          <a:bodyPr wrap="square" rtlCol="0">
            <a:spAutoFit/>
          </a:bodyPr>
          <a:lstStyle/>
          <a:p>
            <a:r>
              <a:rPr lang="en-GB" dirty="0"/>
              <a:t>The primary objective of this experiment was to examine the impact of glycosyrin on the glycosylation of the apoplastic proteome of </a:t>
            </a:r>
            <a:r>
              <a:rPr lang="en-GB" dirty="0" err="1"/>
              <a:t>Nictotiana</a:t>
            </a:r>
            <a:r>
              <a:rPr lang="en-GB" dirty="0"/>
              <a:t> benthamiana.</a:t>
            </a:r>
          </a:p>
          <a:p>
            <a:r>
              <a:rPr lang="en-GB" dirty="0"/>
              <a:t>I aimed to do this through two experiments.</a:t>
            </a:r>
          </a:p>
          <a:p>
            <a:r>
              <a:rPr lang="en-GB" dirty="0"/>
              <a:t>Firstly, a Western blot of protein extracts from the apoplast of leaf samples infiltrated with Agrobacterium containing either an empty vector or the </a:t>
            </a:r>
            <a:r>
              <a:rPr lang="en-GB" dirty="0" err="1"/>
              <a:t>gsn</a:t>
            </a:r>
            <a:r>
              <a:rPr lang="en-GB" dirty="0"/>
              <a:t> cluster using two different lectins </a:t>
            </a:r>
            <a:r>
              <a:rPr lang="en-GB" dirty="0" err="1"/>
              <a:t>Concavalin</a:t>
            </a:r>
            <a:r>
              <a:rPr lang="en-GB" dirty="0"/>
              <a:t> A (</a:t>
            </a:r>
            <a:r>
              <a:rPr lang="en-GB" dirty="0" err="1"/>
              <a:t>ConA</a:t>
            </a:r>
            <a:r>
              <a:rPr lang="en-GB" dirty="0"/>
              <a:t>) and Ricinus communis agglutinin (RCAI). </a:t>
            </a:r>
          </a:p>
          <a:p>
            <a:r>
              <a:rPr lang="en-GB" dirty="0"/>
              <a:t>2. Comparing the fluorescence in leaf samples infiltrated with either the empty vector or glycosyrin and a specific fluorescent protein Fluorescein di-β-D-</a:t>
            </a:r>
            <a:r>
              <a:rPr lang="en-GB" dirty="0" err="1"/>
              <a:t>galactopyranoside</a:t>
            </a:r>
            <a:r>
              <a:rPr lang="en-GB" dirty="0"/>
              <a:t>, hereafter FDG. </a:t>
            </a:r>
          </a:p>
          <a:p>
            <a:endParaRPr lang="en-GB" dirty="0"/>
          </a:p>
          <a:p>
            <a:r>
              <a:rPr lang="en-GB" dirty="0"/>
              <a:t>H0: no significant difference in lectin binding or FDG levels between glycosyrin and the controls. </a:t>
            </a:r>
          </a:p>
          <a:p>
            <a:r>
              <a:rPr lang="en-GB" dirty="0"/>
              <a:t>HA: significantly increased lectin binding, but decreased FDG levels, in glycosyrin-treated samples relative to the controls.</a:t>
            </a:r>
          </a:p>
          <a:p>
            <a:endParaRPr lang="en-GB" dirty="0"/>
          </a:p>
        </p:txBody>
      </p:sp>
    </p:spTree>
    <p:extLst>
      <p:ext uri="{BB962C8B-B14F-4D97-AF65-F5344CB8AC3E}">
        <p14:creationId xmlns:p14="http://schemas.microsoft.com/office/powerpoint/2010/main" val="306400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FF61DF-CF8F-85A8-9E75-220244860AA6}"/>
              </a:ext>
            </a:extLst>
          </p:cNvPr>
          <p:cNvSpPr txBox="1"/>
          <p:nvPr/>
        </p:nvSpPr>
        <p:spPr>
          <a:xfrm>
            <a:off x="103695" y="84841"/>
            <a:ext cx="2681119" cy="646331"/>
          </a:xfrm>
          <a:prstGeom prst="rect">
            <a:avLst/>
          </a:prstGeom>
          <a:noFill/>
        </p:spPr>
        <p:txBody>
          <a:bodyPr wrap="none" rtlCol="0">
            <a:spAutoFit/>
          </a:bodyPr>
          <a:lstStyle/>
          <a:p>
            <a:r>
              <a:rPr lang="en-GB" dirty="0"/>
              <a:t>Methodology: what to say.</a:t>
            </a:r>
          </a:p>
          <a:p>
            <a:endParaRPr lang="en-GB" dirty="0"/>
          </a:p>
        </p:txBody>
      </p:sp>
      <p:sp>
        <p:nvSpPr>
          <p:cNvPr id="3" name="TextBox 2">
            <a:extLst>
              <a:ext uri="{FF2B5EF4-FFF2-40B4-BE49-F238E27FC236}">
                <a16:creationId xmlns:a16="http://schemas.microsoft.com/office/drawing/2014/main" id="{B3EE8E8C-473F-F438-E005-F0B8A2F0BC90}"/>
              </a:ext>
            </a:extLst>
          </p:cNvPr>
          <p:cNvSpPr txBox="1"/>
          <p:nvPr/>
        </p:nvSpPr>
        <p:spPr>
          <a:xfrm>
            <a:off x="207389" y="408006"/>
            <a:ext cx="11880916" cy="6186309"/>
          </a:xfrm>
          <a:prstGeom prst="rect">
            <a:avLst/>
          </a:prstGeom>
          <a:noFill/>
        </p:spPr>
        <p:txBody>
          <a:bodyPr wrap="square" rtlCol="0">
            <a:spAutoFit/>
          </a:bodyPr>
          <a:lstStyle/>
          <a:p>
            <a:r>
              <a:rPr lang="en-GB" u="sng" dirty="0"/>
              <a:t>Inoculation:</a:t>
            </a:r>
          </a:p>
          <a:p>
            <a:pPr marL="285750" indent="-285750">
              <a:buFont typeface="Arial" panose="020B0604020202020204" pitchFamily="34" charset="0"/>
              <a:buChar char="•"/>
            </a:pPr>
            <a:r>
              <a:rPr lang="en-GB" dirty="0"/>
              <a:t>Practice aseptic technique inside a biosafety cabinet. </a:t>
            </a:r>
          </a:p>
          <a:p>
            <a:pPr marL="285750" indent="-285750">
              <a:buFont typeface="Arial" panose="020B0604020202020204" pitchFamily="34" charset="0"/>
              <a:buChar char="•"/>
            </a:pPr>
            <a:r>
              <a:rPr lang="en-GB" dirty="0"/>
              <a:t>Add bacteria to a selective growth media containing rifampicin and tetracycline. </a:t>
            </a:r>
          </a:p>
          <a:p>
            <a:pPr marL="285750" indent="-285750">
              <a:buFont typeface="Arial" panose="020B0604020202020204" pitchFamily="34" charset="0"/>
              <a:buChar char="•"/>
            </a:pPr>
            <a:r>
              <a:rPr lang="en-GB" dirty="0"/>
              <a:t>Use two different strains of </a:t>
            </a:r>
            <a:r>
              <a:rPr lang="en-GB" i="1" dirty="0"/>
              <a:t>Agrobacterium</a:t>
            </a:r>
            <a:r>
              <a:rPr lang="en-GB" dirty="0"/>
              <a:t>:</a:t>
            </a:r>
            <a:r>
              <a:rPr lang="en-GB" i="1" dirty="0"/>
              <a:t> </a:t>
            </a:r>
            <a:r>
              <a:rPr lang="en-GB" dirty="0"/>
              <a:t>aNS33 empty vector (EV) strain and aNS37 strain, containing the </a:t>
            </a:r>
            <a:r>
              <a:rPr lang="en-GB" dirty="0" err="1"/>
              <a:t>gsn</a:t>
            </a:r>
            <a:r>
              <a:rPr lang="en-GB" dirty="0"/>
              <a:t> cluster. </a:t>
            </a:r>
          </a:p>
          <a:p>
            <a:r>
              <a:rPr lang="en-GB" u="sng" dirty="0"/>
              <a:t>Agroinfiltration:</a:t>
            </a:r>
          </a:p>
          <a:p>
            <a:pPr marL="285750" indent="-285750">
              <a:buFont typeface="Arial" panose="020B0604020202020204" pitchFamily="34" charset="0"/>
              <a:buChar char="•"/>
            </a:pPr>
            <a:r>
              <a:rPr lang="en-GB" dirty="0"/>
              <a:t>Infiltrate two whole leaves of three plants using EV bacterial cultures. Infiltrate two whole leaves of three plants using </a:t>
            </a:r>
            <a:r>
              <a:rPr lang="en-GB" dirty="0" err="1"/>
              <a:t>gsn</a:t>
            </a:r>
            <a:r>
              <a:rPr lang="en-GB" dirty="0"/>
              <a:t> bacterial cultures. These six plants will be used for the lectin blot. </a:t>
            </a:r>
          </a:p>
          <a:p>
            <a:pPr marL="285750" indent="-285750">
              <a:buFont typeface="Arial" panose="020B0604020202020204" pitchFamily="34" charset="0"/>
              <a:buChar char="•"/>
            </a:pPr>
            <a:r>
              <a:rPr lang="en-GB" dirty="0"/>
              <a:t>Infiltrate a further three plants (two leaves on each) to use later with the FDG probe. Infiltrate a large spot of EV on one side of each leaf and a large spot of </a:t>
            </a:r>
            <a:r>
              <a:rPr lang="en-GB" dirty="0" err="1"/>
              <a:t>gsn</a:t>
            </a:r>
            <a:r>
              <a:rPr lang="en-GB" dirty="0"/>
              <a:t> on the other side of each leaf. This paired design reduces extraneous variation that would arise due to difference between plants. </a:t>
            </a:r>
          </a:p>
          <a:p>
            <a:pPr marL="285750" indent="-285750">
              <a:buFont typeface="Arial" panose="020B0604020202020204" pitchFamily="34" charset="0"/>
              <a:buChar char="•"/>
            </a:pPr>
            <a:r>
              <a:rPr lang="en-GB" dirty="0"/>
              <a:t>Typically, leaves 6 and 7 on a given plant are selected for agroinfiltration, counting from the bottom up. </a:t>
            </a:r>
          </a:p>
          <a:p>
            <a:pPr marL="285750" indent="-285750">
              <a:buFont typeface="Arial" panose="020B0604020202020204" pitchFamily="34" charset="0"/>
              <a:buChar char="•"/>
            </a:pPr>
            <a:r>
              <a:rPr lang="en-GB" dirty="0"/>
              <a:t>Leave the agroinfiltrated plants in trays under the lights for three days. Analysis occurs three days post-infiltration, instead of the typical five, because there is no transient expression required-- glycosyrin is produced in the apoplast by </a:t>
            </a:r>
            <a:r>
              <a:rPr lang="en-GB" i="1" dirty="0"/>
              <a:t>Agrobacterium</a:t>
            </a:r>
            <a:r>
              <a:rPr lang="en-GB" dirty="0"/>
              <a:t> (to simulate a plant pathogen) rather than transiently expressed in the plant. </a:t>
            </a:r>
          </a:p>
          <a:p>
            <a:r>
              <a:rPr lang="en-GB" u="sng" dirty="0"/>
              <a:t>Apoplastic Fluid Extraction</a:t>
            </a:r>
          </a:p>
          <a:p>
            <a:pPr marL="285750" indent="-285750">
              <a:buFont typeface="Arial" panose="020B0604020202020204" pitchFamily="34" charset="0"/>
              <a:buChar char="•"/>
            </a:pPr>
            <a:r>
              <a:rPr lang="en-GB" dirty="0"/>
              <a:t>Extract the apoplastic fluid from two leaves at a time from the six plants that have undergone whole-leaf infiltration to be used in the lectin blots.  </a:t>
            </a:r>
          </a:p>
          <a:p>
            <a:pPr marL="285750" indent="-285750">
              <a:buFont typeface="Arial" panose="020B0604020202020204" pitchFamily="34" charset="0"/>
              <a:buChar char="•"/>
            </a:pPr>
            <a:r>
              <a:rPr lang="en-GB" dirty="0"/>
              <a:t>Do this by rinsing and rolling the leaves, then filling the mesophyll with water by covering the tip of a 50 ml syringe containing the leaves and de-ionised water, and pushing the plunger. </a:t>
            </a:r>
          </a:p>
          <a:p>
            <a:pPr marL="285750" indent="-285750">
              <a:buFont typeface="Arial" panose="020B0604020202020204" pitchFamily="34" charset="0"/>
              <a:buChar char="•"/>
            </a:pPr>
            <a:r>
              <a:rPr lang="en-GB" dirty="0"/>
              <a:t>Remove the leaves, and centrifuge them at 4°C, 500xg and acceleration of 4 for 20 minutes.</a:t>
            </a:r>
          </a:p>
          <a:p>
            <a:pPr marL="285750" indent="-285750">
              <a:buFont typeface="Arial" panose="020B0604020202020204" pitchFamily="34" charset="0"/>
              <a:buChar char="•"/>
            </a:pPr>
            <a:r>
              <a:rPr lang="en-GB" dirty="0"/>
              <a:t>The apoplastic fluid is extracted rather than the intracellular proteins because glycosylated proteins tend to be secreted into the apoplast, and this is where glycosyrin is being produced.</a:t>
            </a:r>
          </a:p>
        </p:txBody>
      </p:sp>
    </p:spTree>
    <p:extLst>
      <p:ext uri="{BB962C8B-B14F-4D97-AF65-F5344CB8AC3E}">
        <p14:creationId xmlns:p14="http://schemas.microsoft.com/office/powerpoint/2010/main" val="880001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05F8B6-A6C4-0A36-081E-22E94F46A4FE}"/>
              </a:ext>
            </a:extLst>
          </p:cNvPr>
          <p:cNvSpPr txBox="1"/>
          <p:nvPr/>
        </p:nvSpPr>
        <p:spPr>
          <a:xfrm>
            <a:off x="157112" y="113121"/>
            <a:ext cx="11937478" cy="5847755"/>
          </a:xfrm>
          <a:prstGeom prst="rect">
            <a:avLst/>
          </a:prstGeom>
          <a:noFill/>
        </p:spPr>
        <p:txBody>
          <a:bodyPr wrap="square" rtlCol="0">
            <a:spAutoFit/>
          </a:bodyPr>
          <a:lstStyle/>
          <a:p>
            <a:r>
              <a:rPr lang="en-GB" sz="1600" u="sng" dirty="0"/>
              <a:t>Lectin Blotting</a:t>
            </a:r>
          </a:p>
          <a:p>
            <a:pPr marL="285750" indent="-285750">
              <a:buFont typeface="Arial" panose="020B0604020202020204" pitchFamily="34" charset="0"/>
              <a:buChar char="•"/>
            </a:pPr>
            <a:r>
              <a:rPr lang="en-GB" sz="1600" dirty="0"/>
              <a:t>Precipitate the proteins by inverting the six tubes of apoplastic fluid with NaCl and acetone, then leaving the tubes on ice for 15 minutes. </a:t>
            </a:r>
          </a:p>
          <a:p>
            <a:pPr marL="285750" indent="-285750">
              <a:buFont typeface="Arial" panose="020B0604020202020204" pitchFamily="34" charset="0"/>
              <a:buChar char="•"/>
            </a:pPr>
            <a:r>
              <a:rPr lang="en-GB" sz="1600" dirty="0"/>
              <a:t>Centrifuge the tubes at 12,000xg for 10 minutes, remove the supernatant and add loading buffer.</a:t>
            </a:r>
          </a:p>
          <a:p>
            <a:pPr marL="285750" indent="-285750">
              <a:buFont typeface="Arial" panose="020B0604020202020204" pitchFamily="34" charset="0"/>
              <a:buChar char="•"/>
            </a:pPr>
            <a:r>
              <a:rPr lang="en-GB" sz="1600" dirty="0"/>
              <a:t>Heat the tubes on a heat block at 95 °C for five minutes.</a:t>
            </a:r>
          </a:p>
          <a:p>
            <a:pPr marL="285750" indent="-285750">
              <a:buFont typeface="Arial" panose="020B0604020202020204" pitchFamily="34" charset="0"/>
              <a:buChar char="•"/>
            </a:pPr>
            <a:r>
              <a:rPr lang="en-GB" sz="1600" dirty="0"/>
              <a:t>Carry out gel electrophoresis: load lanes 1 and 9 with </a:t>
            </a:r>
            <a:r>
              <a:rPr lang="en-GB" sz="1600" dirty="0" err="1"/>
              <a:t>PageRuler</a:t>
            </a:r>
            <a:r>
              <a:rPr lang="en-GB" sz="1600" dirty="0"/>
              <a:t> </a:t>
            </a:r>
            <a:r>
              <a:rPr lang="en-GB" sz="1600" dirty="0" err="1"/>
              <a:t>Prestained</a:t>
            </a:r>
            <a:r>
              <a:rPr lang="en-GB" sz="1600" dirty="0"/>
              <a:t> Protein Ladder, lanes 2-4 with EV and lanes 6-8 with glycosyrin-treated samples. Lane 5 is left empty. Repeat this for another gel as there are two different lectins. </a:t>
            </a:r>
          </a:p>
          <a:p>
            <a:pPr marL="285750" indent="-285750">
              <a:buFont typeface="Arial" panose="020B0604020202020204" pitchFamily="34" charset="0"/>
              <a:buChar char="•"/>
            </a:pPr>
            <a:r>
              <a:rPr lang="en-GB" sz="1600" dirty="0"/>
              <a:t>Transfer to two PDVF membranes. </a:t>
            </a:r>
          </a:p>
          <a:p>
            <a:pPr marL="285750" indent="-285750">
              <a:buFont typeface="Arial" panose="020B0604020202020204" pitchFamily="34" charset="0"/>
              <a:buChar char="•"/>
            </a:pPr>
            <a:r>
              <a:rPr lang="en-GB" sz="1600" dirty="0"/>
              <a:t>Add the membranes to the blocking buffer, then place on an orbital shaker. </a:t>
            </a:r>
          </a:p>
          <a:p>
            <a:pPr marL="285750" indent="-285750">
              <a:buFont typeface="Arial" panose="020B0604020202020204" pitchFamily="34" charset="0"/>
              <a:buChar char="•"/>
            </a:pPr>
            <a:r>
              <a:rPr lang="en-GB" sz="1600" dirty="0"/>
              <a:t>Place each membrane in a petri dish, and add either RCAI or </a:t>
            </a:r>
            <a:r>
              <a:rPr lang="en-GB" sz="1600" dirty="0" err="1"/>
              <a:t>ConA</a:t>
            </a:r>
            <a:r>
              <a:rPr lang="en-GB" sz="1600" dirty="0"/>
              <a:t> (in PBS) to each. </a:t>
            </a:r>
          </a:p>
          <a:p>
            <a:pPr marL="285750" indent="-285750">
              <a:buFont typeface="Arial" panose="020B0604020202020204" pitchFamily="34" charset="0"/>
              <a:buChar char="•"/>
            </a:pPr>
            <a:r>
              <a:rPr lang="en-GB" sz="1600" dirty="0"/>
              <a:t>Place the petri dishes in an orbital shaker in a cold room overnight. </a:t>
            </a:r>
          </a:p>
          <a:p>
            <a:pPr marL="285750" indent="-285750">
              <a:buFont typeface="Arial" panose="020B0604020202020204" pitchFamily="34" charset="0"/>
              <a:buChar char="•"/>
            </a:pPr>
            <a:r>
              <a:rPr lang="en-GB" sz="1600" dirty="0"/>
              <a:t>Wash with PBS-T.</a:t>
            </a:r>
          </a:p>
          <a:p>
            <a:pPr marL="285750" indent="-285750">
              <a:buFont typeface="Arial" panose="020B0604020202020204" pitchFamily="34" charset="0"/>
              <a:buChar char="•"/>
            </a:pPr>
            <a:r>
              <a:rPr lang="en-GB" sz="1600" dirty="0"/>
              <a:t>Cover the membranes in the </a:t>
            </a:r>
            <a:r>
              <a:rPr lang="en-GB" sz="1600" dirty="0" err="1"/>
              <a:t>Strepavidin</a:t>
            </a:r>
            <a:r>
              <a:rPr lang="en-GB" sz="1600" dirty="0"/>
              <a:t>-HRP + BSA (Bovine Serum Albumin) + PBS-T solution, and place them on the gel shaker for 30 minutes. BSA is used for blocking. The biotin-specific </a:t>
            </a:r>
            <a:r>
              <a:rPr lang="en-GB" sz="1600" dirty="0" err="1"/>
              <a:t>Strepavidin</a:t>
            </a:r>
            <a:r>
              <a:rPr lang="en-GB" sz="1600" dirty="0"/>
              <a:t> antibody binds to RCAI as RCAI is a biotinylated lectin.</a:t>
            </a:r>
          </a:p>
          <a:p>
            <a:pPr marL="285750" indent="-285750">
              <a:buFont typeface="Arial" panose="020B0604020202020204" pitchFamily="34" charset="0"/>
              <a:buChar char="•"/>
            </a:pPr>
            <a:r>
              <a:rPr lang="en-GB" sz="1600" dirty="0"/>
              <a:t>Wash with PBS-T.</a:t>
            </a:r>
          </a:p>
          <a:p>
            <a:pPr marL="285750" indent="-285750">
              <a:buFont typeface="Arial" panose="020B0604020202020204" pitchFamily="34" charset="0"/>
              <a:buChar char="•"/>
            </a:pPr>
            <a:r>
              <a:rPr lang="en-GB" sz="1600" dirty="0"/>
              <a:t>Add 1ml of luminol-hydrogen peroxide mixture to each membrane.</a:t>
            </a:r>
          </a:p>
          <a:p>
            <a:pPr marL="285750" indent="-285750">
              <a:buFont typeface="Arial" panose="020B0604020202020204" pitchFamily="34" charset="0"/>
              <a:buChar char="•"/>
            </a:pPr>
            <a:r>
              <a:rPr lang="en-GB" sz="1600" dirty="0"/>
              <a:t>Detect chemiluminescence using an </a:t>
            </a:r>
            <a:r>
              <a:rPr lang="en-GB" sz="1600" dirty="0" err="1"/>
              <a:t>ImageQuant</a:t>
            </a:r>
            <a:r>
              <a:rPr lang="en-GB" sz="1600" dirty="0"/>
              <a:t> LAS400 scanner. Use ImageJ to measure band intensity.</a:t>
            </a:r>
          </a:p>
          <a:p>
            <a:pPr marL="285750" indent="-285750">
              <a:buFont typeface="Arial" panose="020B0604020202020204" pitchFamily="34" charset="0"/>
              <a:buChar char="•"/>
            </a:pPr>
            <a:r>
              <a:rPr lang="en-GB" sz="1600" dirty="0"/>
              <a:t>Rinse the membranes in sterile water.  Cover the membranes in Ponceau solution, and leave to stain until distinct red bands appear. </a:t>
            </a:r>
          </a:p>
          <a:p>
            <a:pPr marL="285750" indent="-285750">
              <a:buFont typeface="Arial" panose="020B0604020202020204" pitchFamily="34" charset="0"/>
              <a:buChar char="•"/>
            </a:pPr>
            <a:r>
              <a:rPr lang="en-GB" sz="1600" dirty="0"/>
              <a:t>Scan the membranes using an Epson scanner.</a:t>
            </a:r>
          </a:p>
          <a:p>
            <a:r>
              <a:rPr lang="en-GB" sz="1600" u="sng" dirty="0"/>
              <a:t>FDG Assay</a:t>
            </a:r>
          </a:p>
          <a:p>
            <a:pPr marL="285750" indent="-285750">
              <a:buFont typeface="Arial" panose="020B0604020202020204" pitchFamily="34" charset="0"/>
              <a:buChar char="•"/>
            </a:pPr>
            <a:r>
              <a:rPr lang="en-GB" sz="1600" dirty="0" err="1"/>
              <a:t>Agroinfiltrate</a:t>
            </a:r>
            <a:r>
              <a:rPr lang="en-GB" sz="1600" dirty="0"/>
              <a:t> a smaller spot of FDG within each spot of EV and </a:t>
            </a:r>
            <a:r>
              <a:rPr lang="en-GB" sz="1600" dirty="0" err="1"/>
              <a:t>gsn</a:t>
            </a:r>
            <a:r>
              <a:rPr lang="en-GB" sz="1600" dirty="0"/>
              <a:t> on each leaf. These are the negative control and treatment respectively.</a:t>
            </a:r>
          </a:p>
          <a:p>
            <a:pPr marL="285750" indent="-285750">
              <a:buFont typeface="Arial" panose="020B0604020202020204" pitchFamily="34" charset="0"/>
              <a:buChar char="•"/>
            </a:pPr>
            <a:r>
              <a:rPr lang="en-GB" sz="1600" dirty="0"/>
              <a:t>Infiltrate FDG in an additional spot on the leaf that had not previously been infiltrated. This is the positive control.</a:t>
            </a:r>
          </a:p>
          <a:p>
            <a:pPr marL="285750" indent="-285750">
              <a:buFont typeface="Arial" panose="020B0604020202020204" pitchFamily="34" charset="0"/>
              <a:buChar char="•"/>
            </a:pPr>
            <a:r>
              <a:rPr lang="en-GB" sz="1600" dirty="0"/>
              <a:t>Place the leaves on the Typhoon5 biomolecular imager, and scan at 488nm. </a:t>
            </a:r>
          </a:p>
          <a:p>
            <a:pPr marL="285750" indent="-285750">
              <a:buFont typeface="Arial" panose="020B0604020202020204" pitchFamily="34" charset="0"/>
              <a:buChar char="•"/>
            </a:pPr>
            <a:r>
              <a:rPr lang="en-GB" sz="1600" dirty="0"/>
              <a:t>Measure the fluorescence using ImageJ.</a:t>
            </a:r>
          </a:p>
        </p:txBody>
      </p:sp>
    </p:spTree>
    <p:extLst>
      <p:ext uri="{BB962C8B-B14F-4D97-AF65-F5344CB8AC3E}">
        <p14:creationId xmlns:p14="http://schemas.microsoft.com/office/powerpoint/2010/main" val="2758328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644E97-B423-167A-D9DA-2AADA998CB0F}"/>
              </a:ext>
            </a:extLst>
          </p:cNvPr>
          <p:cNvSpPr/>
          <p:nvPr/>
        </p:nvSpPr>
        <p:spPr>
          <a:xfrm>
            <a:off x="273378" y="1263193"/>
            <a:ext cx="2130458" cy="1131216"/>
          </a:xfrm>
          <a:prstGeom prst="rect">
            <a:avLst/>
          </a:prstGeom>
          <a:solidFill>
            <a:srgbClr val="009C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1. Inoculation.</a:t>
            </a:r>
          </a:p>
        </p:txBody>
      </p:sp>
      <p:sp>
        <p:nvSpPr>
          <p:cNvPr id="5" name="Rectangle 4">
            <a:extLst>
              <a:ext uri="{FF2B5EF4-FFF2-40B4-BE49-F238E27FC236}">
                <a16:creationId xmlns:a16="http://schemas.microsoft.com/office/drawing/2014/main" id="{61F08861-5473-79A3-30C3-73FD46C7DB58}"/>
              </a:ext>
            </a:extLst>
          </p:cNvPr>
          <p:cNvSpPr/>
          <p:nvPr/>
        </p:nvSpPr>
        <p:spPr>
          <a:xfrm>
            <a:off x="2960018" y="1263193"/>
            <a:ext cx="2130458" cy="1131216"/>
          </a:xfrm>
          <a:prstGeom prst="rect">
            <a:avLst/>
          </a:prstGeom>
          <a:solidFill>
            <a:srgbClr val="009C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2. Agroinfiltration.</a:t>
            </a:r>
          </a:p>
        </p:txBody>
      </p:sp>
      <p:sp>
        <p:nvSpPr>
          <p:cNvPr id="6" name="Rectangle 5">
            <a:extLst>
              <a:ext uri="{FF2B5EF4-FFF2-40B4-BE49-F238E27FC236}">
                <a16:creationId xmlns:a16="http://schemas.microsoft.com/office/drawing/2014/main" id="{115E3593-7823-6F5A-F78E-BBEF51EA5A17}"/>
              </a:ext>
            </a:extLst>
          </p:cNvPr>
          <p:cNvSpPr/>
          <p:nvPr/>
        </p:nvSpPr>
        <p:spPr>
          <a:xfrm>
            <a:off x="7269639" y="1263193"/>
            <a:ext cx="2130458" cy="1131216"/>
          </a:xfrm>
          <a:prstGeom prst="rect">
            <a:avLst/>
          </a:prstGeom>
          <a:solidFill>
            <a:srgbClr val="009C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3. Apoplastic Fluid Extraction.</a:t>
            </a:r>
          </a:p>
        </p:txBody>
      </p:sp>
      <p:sp>
        <p:nvSpPr>
          <p:cNvPr id="7" name="Rectangle 6">
            <a:extLst>
              <a:ext uri="{FF2B5EF4-FFF2-40B4-BE49-F238E27FC236}">
                <a16:creationId xmlns:a16="http://schemas.microsoft.com/office/drawing/2014/main" id="{404EDBD0-600D-583C-B210-04669930F90A}"/>
              </a:ext>
            </a:extLst>
          </p:cNvPr>
          <p:cNvSpPr/>
          <p:nvPr/>
        </p:nvSpPr>
        <p:spPr>
          <a:xfrm>
            <a:off x="7269639" y="2863392"/>
            <a:ext cx="2130458" cy="1131216"/>
          </a:xfrm>
          <a:prstGeom prst="rect">
            <a:avLst/>
          </a:prstGeom>
          <a:solidFill>
            <a:srgbClr val="009C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4. FDG Assay.</a:t>
            </a:r>
          </a:p>
        </p:txBody>
      </p:sp>
      <p:sp>
        <p:nvSpPr>
          <p:cNvPr id="8" name="Rectangle 7">
            <a:extLst>
              <a:ext uri="{FF2B5EF4-FFF2-40B4-BE49-F238E27FC236}">
                <a16:creationId xmlns:a16="http://schemas.microsoft.com/office/drawing/2014/main" id="{B1D3DE06-6A94-4FF9-6637-3D7CBF21E05F}"/>
              </a:ext>
            </a:extLst>
          </p:cNvPr>
          <p:cNvSpPr/>
          <p:nvPr/>
        </p:nvSpPr>
        <p:spPr>
          <a:xfrm>
            <a:off x="7269639" y="4463591"/>
            <a:ext cx="2130458" cy="1131216"/>
          </a:xfrm>
          <a:prstGeom prst="rect">
            <a:avLst/>
          </a:prstGeom>
          <a:solidFill>
            <a:srgbClr val="009C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5. Lectin Blotting.</a:t>
            </a:r>
          </a:p>
        </p:txBody>
      </p:sp>
      <p:sp>
        <p:nvSpPr>
          <p:cNvPr id="9" name="Rectangle 8">
            <a:extLst>
              <a:ext uri="{FF2B5EF4-FFF2-40B4-BE49-F238E27FC236}">
                <a16:creationId xmlns:a16="http://schemas.microsoft.com/office/drawing/2014/main" id="{C43C2E02-ED93-3422-1276-6C834FB0A3FA}"/>
              </a:ext>
            </a:extLst>
          </p:cNvPr>
          <p:cNvSpPr/>
          <p:nvPr/>
        </p:nvSpPr>
        <p:spPr>
          <a:xfrm>
            <a:off x="9854155" y="1263193"/>
            <a:ext cx="2130458" cy="1131216"/>
          </a:xfrm>
          <a:prstGeom prst="rect">
            <a:avLst/>
          </a:prstGeom>
          <a:solidFill>
            <a:srgbClr val="009C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6. Lectin Blotting Continued.</a:t>
            </a:r>
          </a:p>
        </p:txBody>
      </p:sp>
      <p:cxnSp>
        <p:nvCxnSpPr>
          <p:cNvPr id="11" name="Straight Arrow Connector 10">
            <a:extLst>
              <a:ext uri="{FF2B5EF4-FFF2-40B4-BE49-F238E27FC236}">
                <a16:creationId xmlns:a16="http://schemas.microsoft.com/office/drawing/2014/main" id="{369157C8-D81B-45A2-BF61-F1096DE18635}"/>
              </a:ext>
            </a:extLst>
          </p:cNvPr>
          <p:cNvCxnSpPr>
            <a:stCxn id="4" idx="3"/>
            <a:endCxn id="5" idx="1"/>
          </p:cNvCxnSpPr>
          <p:nvPr/>
        </p:nvCxnSpPr>
        <p:spPr>
          <a:xfrm>
            <a:off x="2403836" y="1828801"/>
            <a:ext cx="556182" cy="0"/>
          </a:xfrm>
          <a:prstGeom prst="straightConnector1">
            <a:avLst/>
          </a:prstGeom>
          <a:ln>
            <a:solidFill>
              <a:srgbClr val="009C5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E2649B4-88CF-ADFD-AC73-1C86405EBFA2}"/>
              </a:ext>
            </a:extLst>
          </p:cNvPr>
          <p:cNvCxnSpPr>
            <a:stCxn id="5" idx="3"/>
            <a:endCxn id="6" idx="1"/>
          </p:cNvCxnSpPr>
          <p:nvPr/>
        </p:nvCxnSpPr>
        <p:spPr>
          <a:xfrm>
            <a:off x="5090476" y="1828801"/>
            <a:ext cx="2179163" cy="0"/>
          </a:xfrm>
          <a:prstGeom prst="straightConnector1">
            <a:avLst/>
          </a:prstGeom>
          <a:ln>
            <a:solidFill>
              <a:srgbClr val="009C5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F109808-A431-FE54-0953-54FBF1742385}"/>
              </a:ext>
            </a:extLst>
          </p:cNvPr>
          <p:cNvCxnSpPr>
            <a:stCxn id="6" idx="2"/>
            <a:endCxn id="7" idx="0"/>
          </p:cNvCxnSpPr>
          <p:nvPr/>
        </p:nvCxnSpPr>
        <p:spPr>
          <a:xfrm>
            <a:off x="8334868" y="2394409"/>
            <a:ext cx="0" cy="468983"/>
          </a:xfrm>
          <a:prstGeom prst="straightConnector1">
            <a:avLst/>
          </a:prstGeom>
          <a:ln>
            <a:solidFill>
              <a:srgbClr val="009C59"/>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9943146-6994-953B-B86E-423038B18D80}"/>
              </a:ext>
            </a:extLst>
          </p:cNvPr>
          <p:cNvCxnSpPr>
            <a:stCxn id="7" idx="2"/>
            <a:endCxn id="8" idx="0"/>
          </p:cNvCxnSpPr>
          <p:nvPr/>
        </p:nvCxnSpPr>
        <p:spPr>
          <a:xfrm>
            <a:off x="8334868" y="3994608"/>
            <a:ext cx="0" cy="468983"/>
          </a:xfrm>
          <a:prstGeom prst="straightConnector1">
            <a:avLst/>
          </a:prstGeom>
          <a:ln>
            <a:solidFill>
              <a:srgbClr val="009C5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8FF905C8-61E4-C742-B220-7D1961C7E04A}"/>
              </a:ext>
            </a:extLst>
          </p:cNvPr>
          <p:cNvCxnSpPr>
            <a:stCxn id="8" idx="3"/>
            <a:endCxn id="9" idx="1"/>
          </p:cNvCxnSpPr>
          <p:nvPr/>
        </p:nvCxnSpPr>
        <p:spPr>
          <a:xfrm flipV="1">
            <a:off x="9400097" y="1828801"/>
            <a:ext cx="454058" cy="3200398"/>
          </a:xfrm>
          <a:prstGeom prst="bentConnector3">
            <a:avLst/>
          </a:prstGeom>
          <a:ln>
            <a:solidFill>
              <a:srgbClr val="009C59"/>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0816DAB-6B95-B9C2-53AD-DD42E2E49178}"/>
              </a:ext>
            </a:extLst>
          </p:cNvPr>
          <p:cNvSpPr txBox="1"/>
          <p:nvPr/>
        </p:nvSpPr>
        <p:spPr>
          <a:xfrm>
            <a:off x="984728" y="820132"/>
            <a:ext cx="707758" cy="369332"/>
          </a:xfrm>
          <a:prstGeom prst="rect">
            <a:avLst/>
          </a:prstGeom>
          <a:noFill/>
        </p:spPr>
        <p:txBody>
          <a:bodyPr wrap="none" rtlCol="0">
            <a:spAutoFit/>
          </a:bodyPr>
          <a:lstStyle/>
          <a:p>
            <a:r>
              <a:rPr lang="en-GB" dirty="0"/>
              <a:t>Day 1</a:t>
            </a:r>
          </a:p>
        </p:txBody>
      </p:sp>
      <p:sp>
        <p:nvSpPr>
          <p:cNvPr id="28" name="TextBox 27">
            <a:extLst>
              <a:ext uri="{FF2B5EF4-FFF2-40B4-BE49-F238E27FC236}">
                <a16:creationId xmlns:a16="http://schemas.microsoft.com/office/drawing/2014/main" id="{5D8EC6BB-ACF8-0A00-1E79-39D07831D7CF}"/>
              </a:ext>
            </a:extLst>
          </p:cNvPr>
          <p:cNvSpPr txBox="1"/>
          <p:nvPr/>
        </p:nvSpPr>
        <p:spPr>
          <a:xfrm>
            <a:off x="3671368" y="820132"/>
            <a:ext cx="707758" cy="369332"/>
          </a:xfrm>
          <a:prstGeom prst="rect">
            <a:avLst/>
          </a:prstGeom>
          <a:noFill/>
        </p:spPr>
        <p:txBody>
          <a:bodyPr wrap="none" rtlCol="0">
            <a:spAutoFit/>
          </a:bodyPr>
          <a:lstStyle/>
          <a:p>
            <a:r>
              <a:rPr lang="en-GB" dirty="0"/>
              <a:t>Day 2</a:t>
            </a:r>
          </a:p>
        </p:txBody>
      </p:sp>
      <p:sp>
        <p:nvSpPr>
          <p:cNvPr id="29" name="TextBox 28">
            <a:extLst>
              <a:ext uri="{FF2B5EF4-FFF2-40B4-BE49-F238E27FC236}">
                <a16:creationId xmlns:a16="http://schemas.microsoft.com/office/drawing/2014/main" id="{FBA80517-6A29-6589-FF05-ED10BD72A469}"/>
              </a:ext>
            </a:extLst>
          </p:cNvPr>
          <p:cNvSpPr txBox="1"/>
          <p:nvPr/>
        </p:nvSpPr>
        <p:spPr>
          <a:xfrm>
            <a:off x="7980989" y="820132"/>
            <a:ext cx="707758" cy="369332"/>
          </a:xfrm>
          <a:prstGeom prst="rect">
            <a:avLst/>
          </a:prstGeom>
          <a:noFill/>
        </p:spPr>
        <p:txBody>
          <a:bodyPr wrap="none" rtlCol="0">
            <a:spAutoFit/>
          </a:bodyPr>
          <a:lstStyle/>
          <a:p>
            <a:r>
              <a:rPr lang="en-GB" dirty="0"/>
              <a:t>Day 5</a:t>
            </a:r>
          </a:p>
        </p:txBody>
      </p:sp>
      <p:sp>
        <p:nvSpPr>
          <p:cNvPr id="30" name="TextBox 29">
            <a:extLst>
              <a:ext uri="{FF2B5EF4-FFF2-40B4-BE49-F238E27FC236}">
                <a16:creationId xmlns:a16="http://schemas.microsoft.com/office/drawing/2014/main" id="{2399CE70-415C-CB67-C6EB-5425EE4FD29F}"/>
              </a:ext>
            </a:extLst>
          </p:cNvPr>
          <p:cNvSpPr txBox="1"/>
          <p:nvPr/>
        </p:nvSpPr>
        <p:spPr>
          <a:xfrm>
            <a:off x="10565505" y="820132"/>
            <a:ext cx="707758" cy="369332"/>
          </a:xfrm>
          <a:prstGeom prst="rect">
            <a:avLst/>
          </a:prstGeom>
          <a:noFill/>
        </p:spPr>
        <p:txBody>
          <a:bodyPr wrap="none" rtlCol="0">
            <a:spAutoFit/>
          </a:bodyPr>
          <a:lstStyle/>
          <a:p>
            <a:r>
              <a:rPr lang="en-GB" dirty="0"/>
              <a:t>Day 6</a:t>
            </a:r>
          </a:p>
        </p:txBody>
      </p:sp>
    </p:spTree>
    <p:extLst>
      <p:ext uri="{BB962C8B-B14F-4D97-AF65-F5344CB8AC3E}">
        <p14:creationId xmlns:p14="http://schemas.microsoft.com/office/powerpoint/2010/main" val="3401107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8F67CF5E-242A-ECC2-C856-FED69C4F307D}"/>
              </a:ext>
            </a:extLst>
          </p:cNvPr>
          <p:cNvGraphicFramePr/>
          <p:nvPr>
            <p:extLst>
              <p:ext uri="{D42A27DB-BD31-4B8C-83A1-F6EECF244321}">
                <p14:modId xmlns:p14="http://schemas.microsoft.com/office/powerpoint/2010/main" val="1504593093"/>
              </p:ext>
            </p:extLst>
          </p:nvPr>
        </p:nvGraphicFramePr>
        <p:xfrm>
          <a:off x="674539" y="103694"/>
          <a:ext cx="1738722" cy="6579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7EA40F10-A189-26D1-0594-09E4AE37BABD}"/>
              </a:ext>
            </a:extLst>
          </p:cNvPr>
          <p:cNvSpPr txBox="1"/>
          <p:nvPr/>
        </p:nvSpPr>
        <p:spPr>
          <a:xfrm>
            <a:off x="2837468" y="467966"/>
            <a:ext cx="763414" cy="400110"/>
          </a:xfrm>
          <a:prstGeom prst="rect">
            <a:avLst/>
          </a:prstGeom>
          <a:noFill/>
        </p:spPr>
        <p:txBody>
          <a:bodyPr wrap="none" rtlCol="0">
            <a:spAutoFit/>
          </a:bodyPr>
          <a:lstStyle/>
          <a:p>
            <a:r>
              <a:rPr lang="en-GB" sz="2000" dirty="0"/>
              <a:t>Day 1</a:t>
            </a:r>
          </a:p>
        </p:txBody>
      </p:sp>
      <p:sp>
        <p:nvSpPr>
          <p:cNvPr id="4" name="TextBox 3">
            <a:extLst>
              <a:ext uri="{FF2B5EF4-FFF2-40B4-BE49-F238E27FC236}">
                <a16:creationId xmlns:a16="http://schemas.microsoft.com/office/drawing/2014/main" id="{24AF350F-20E0-3B65-AE93-8D5CD1ADDD56}"/>
              </a:ext>
            </a:extLst>
          </p:cNvPr>
          <p:cNvSpPr txBox="1"/>
          <p:nvPr/>
        </p:nvSpPr>
        <p:spPr>
          <a:xfrm>
            <a:off x="2837468" y="1572589"/>
            <a:ext cx="763414" cy="400110"/>
          </a:xfrm>
          <a:prstGeom prst="rect">
            <a:avLst/>
          </a:prstGeom>
          <a:noFill/>
        </p:spPr>
        <p:txBody>
          <a:bodyPr wrap="none" rtlCol="0">
            <a:spAutoFit/>
          </a:bodyPr>
          <a:lstStyle/>
          <a:p>
            <a:r>
              <a:rPr lang="en-GB" sz="2000" dirty="0"/>
              <a:t>Day 2</a:t>
            </a:r>
          </a:p>
        </p:txBody>
      </p:sp>
      <p:sp>
        <p:nvSpPr>
          <p:cNvPr id="5" name="TextBox 4">
            <a:extLst>
              <a:ext uri="{FF2B5EF4-FFF2-40B4-BE49-F238E27FC236}">
                <a16:creationId xmlns:a16="http://schemas.microsoft.com/office/drawing/2014/main" id="{3FE53407-1DF1-52DA-A693-7C13EEF9972B}"/>
              </a:ext>
            </a:extLst>
          </p:cNvPr>
          <p:cNvSpPr txBox="1"/>
          <p:nvPr/>
        </p:nvSpPr>
        <p:spPr>
          <a:xfrm>
            <a:off x="2837468" y="3412503"/>
            <a:ext cx="763414" cy="400110"/>
          </a:xfrm>
          <a:prstGeom prst="rect">
            <a:avLst/>
          </a:prstGeom>
          <a:noFill/>
        </p:spPr>
        <p:txBody>
          <a:bodyPr wrap="none" rtlCol="0">
            <a:spAutoFit/>
          </a:bodyPr>
          <a:lstStyle/>
          <a:p>
            <a:r>
              <a:rPr lang="en-GB" sz="2000" dirty="0"/>
              <a:t>Day 5</a:t>
            </a:r>
          </a:p>
        </p:txBody>
      </p:sp>
      <p:sp>
        <p:nvSpPr>
          <p:cNvPr id="6" name="TextBox 5">
            <a:extLst>
              <a:ext uri="{FF2B5EF4-FFF2-40B4-BE49-F238E27FC236}">
                <a16:creationId xmlns:a16="http://schemas.microsoft.com/office/drawing/2014/main" id="{D8CA3DA4-006B-BB44-A64A-94072E2F9253}"/>
              </a:ext>
            </a:extLst>
          </p:cNvPr>
          <p:cNvSpPr txBox="1"/>
          <p:nvPr/>
        </p:nvSpPr>
        <p:spPr>
          <a:xfrm>
            <a:off x="2837468" y="4731414"/>
            <a:ext cx="763414" cy="400110"/>
          </a:xfrm>
          <a:prstGeom prst="rect">
            <a:avLst/>
          </a:prstGeom>
          <a:noFill/>
        </p:spPr>
        <p:txBody>
          <a:bodyPr wrap="none" rtlCol="0">
            <a:spAutoFit/>
          </a:bodyPr>
          <a:lstStyle/>
          <a:p>
            <a:r>
              <a:rPr lang="en-GB" sz="2000" dirty="0"/>
              <a:t>Day 5</a:t>
            </a:r>
          </a:p>
        </p:txBody>
      </p:sp>
      <p:sp>
        <p:nvSpPr>
          <p:cNvPr id="8" name="TextBox 7">
            <a:extLst>
              <a:ext uri="{FF2B5EF4-FFF2-40B4-BE49-F238E27FC236}">
                <a16:creationId xmlns:a16="http://schemas.microsoft.com/office/drawing/2014/main" id="{48DDF6F0-F383-76E8-A5C0-48A0E4496E04}"/>
              </a:ext>
            </a:extLst>
          </p:cNvPr>
          <p:cNvSpPr txBox="1"/>
          <p:nvPr/>
        </p:nvSpPr>
        <p:spPr>
          <a:xfrm>
            <a:off x="2838216" y="6050325"/>
            <a:ext cx="1183401" cy="400110"/>
          </a:xfrm>
          <a:prstGeom prst="rect">
            <a:avLst/>
          </a:prstGeom>
          <a:noFill/>
        </p:spPr>
        <p:txBody>
          <a:bodyPr wrap="none" rtlCol="0">
            <a:spAutoFit/>
          </a:bodyPr>
          <a:lstStyle/>
          <a:p>
            <a:r>
              <a:rPr lang="en-GB" sz="2000" dirty="0"/>
              <a:t>Day 5 &amp; 6</a:t>
            </a:r>
          </a:p>
        </p:txBody>
      </p:sp>
    </p:spTree>
    <p:extLst>
      <p:ext uri="{BB962C8B-B14F-4D97-AF65-F5344CB8AC3E}">
        <p14:creationId xmlns:p14="http://schemas.microsoft.com/office/powerpoint/2010/main" val="4200519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A285E8-2C7D-9FF6-2ADF-2B68A7298BB3}"/>
              </a:ext>
            </a:extLst>
          </p:cNvPr>
          <p:cNvSpPr txBox="1"/>
          <p:nvPr/>
        </p:nvSpPr>
        <p:spPr>
          <a:xfrm>
            <a:off x="216815" y="131975"/>
            <a:ext cx="11755225" cy="2031325"/>
          </a:xfrm>
          <a:prstGeom prst="rect">
            <a:avLst/>
          </a:prstGeom>
          <a:noFill/>
        </p:spPr>
        <p:txBody>
          <a:bodyPr wrap="square" rtlCol="0">
            <a:spAutoFit/>
          </a:bodyPr>
          <a:lstStyle/>
          <a:p>
            <a:r>
              <a:rPr lang="en-GB" dirty="0"/>
              <a:t>Results: put this under the graph or FDG fluorescence image.</a:t>
            </a:r>
          </a:p>
          <a:p>
            <a:r>
              <a:rPr lang="en-GB" dirty="0"/>
              <a:t>FDG Assay: </a:t>
            </a:r>
          </a:p>
          <a:p>
            <a:pPr marL="285750" indent="-285750">
              <a:buFont typeface="Arial" panose="020B0604020202020204" pitchFamily="34" charset="0"/>
              <a:buChar char="•"/>
            </a:pPr>
            <a:r>
              <a:rPr lang="en-GB" dirty="0"/>
              <a:t>The data met the assumptions of normality, but not equal variances.</a:t>
            </a:r>
          </a:p>
          <a:p>
            <a:pPr marL="285750" indent="-285750">
              <a:buFont typeface="Arial" panose="020B0604020202020204" pitchFamily="34" charset="0"/>
              <a:buChar char="•"/>
            </a:pPr>
            <a:r>
              <a:rPr lang="en-GB" dirty="0"/>
              <a:t>ANOVA with just group (i.e., EV, </a:t>
            </a:r>
            <a:r>
              <a:rPr lang="en-GB" dirty="0" err="1"/>
              <a:t>Gsn</a:t>
            </a:r>
            <a:r>
              <a:rPr lang="en-GB" dirty="0"/>
              <a:t> or FDG alone): F-statistic: 5.922,  p-value: 0.01625; R^2 = 0.4967.</a:t>
            </a:r>
          </a:p>
          <a:p>
            <a:pPr marL="285750" indent="-285750">
              <a:buFont typeface="Arial" panose="020B0604020202020204" pitchFamily="34" charset="0"/>
              <a:buChar char="•"/>
            </a:pPr>
            <a:r>
              <a:rPr lang="en-GB" dirty="0"/>
              <a:t>ANOVA with group + plant: F-statistic: 6.562, p-value: 0.009135; R^2 = 0.8311.</a:t>
            </a:r>
          </a:p>
          <a:p>
            <a:pPr marL="285750" indent="-285750">
              <a:buFont typeface="Arial" panose="020B0604020202020204" pitchFamily="34" charset="0"/>
              <a:buChar char="•"/>
            </a:pPr>
            <a:r>
              <a:rPr lang="en-GB" dirty="0"/>
              <a:t>In the Tukey test, the p-value between FDG and empty vector was 0.9957075.</a:t>
            </a:r>
          </a:p>
          <a:p>
            <a:pPr marL="285750" indent="-285750">
              <a:buFont typeface="Arial" panose="020B0604020202020204" pitchFamily="34" charset="0"/>
              <a:buChar char="•"/>
            </a:pPr>
            <a:r>
              <a:rPr lang="en-GB" dirty="0"/>
              <a:t>The p-values between glycosyrin and FDG was 0.0311179 and glycosyrin and empty vector was 0.0265710.</a:t>
            </a:r>
          </a:p>
        </p:txBody>
      </p:sp>
    </p:spTree>
    <p:extLst>
      <p:ext uri="{BB962C8B-B14F-4D97-AF65-F5344CB8AC3E}">
        <p14:creationId xmlns:p14="http://schemas.microsoft.com/office/powerpoint/2010/main" val="784695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E182141-4C7C-BDAC-A66D-818DAA9176ED}"/>
              </a:ext>
            </a:extLst>
          </p:cNvPr>
          <p:cNvGraphicFramePr>
            <a:graphicFrameLocks noGrp="1"/>
          </p:cNvGraphicFramePr>
          <p:nvPr>
            <p:extLst>
              <p:ext uri="{D42A27DB-BD31-4B8C-83A1-F6EECF244321}">
                <p14:modId xmlns:p14="http://schemas.microsoft.com/office/powerpoint/2010/main" val="2349394421"/>
              </p:ext>
            </p:extLst>
          </p:nvPr>
        </p:nvGraphicFramePr>
        <p:xfrm>
          <a:off x="504858" y="267179"/>
          <a:ext cx="8128000" cy="5303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802432094"/>
                    </a:ext>
                  </a:extLst>
                </a:gridCol>
                <a:gridCol w="1625600">
                  <a:extLst>
                    <a:ext uri="{9D8B030D-6E8A-4147-A177-3AD203B41FA5}">
                      <a16:colId xmlns:a16="http://schemas.microsoft.com/office/drawing/2014/main" val="2058579515"/>
                    </a:ext>
                  </a:extLst>
                </a:gridCol>
                <a:gridCol w="1852891">
                  <a:extLst>
                    <a:ext uri="{9D8B030D-6E8A-4147-A177-3AD203B41FA5}">
                      <a16:colId xmlns:a16="http://schemas.microsoft.com/office/drawing/2014/main" val="3872968563"/>
                    </a:ext>
                  </a:extLst>
                </a:gridCol>
                <a:gridCol w="1398309">
                  <a:extLst>
                    <a:ext uri="{9D8B030D-6E8A-4147-A177-3AD203B41FA5}">
                      <a16:colId xmlns:a16="http://schemas.microsoft.com/office/drawing/2014/main" val="3409783579"/>
                    </a:ext>
                  </a:extLst>
                </a:gridCol>
                <a:gridCol w="1625600">
                  <a:extLst>
                    <a:ext uri="{9D8B030D-6E8A-4147-A177-3AD203B41FA5}">
                      <a16:colId xmlns:a16="http://schemas.microsoft.com/office/drawing/2014/main" val="3189372424"/>
                    </a:ext>
                  </a:extLst>
                </a:gridCol>
              </a:tblGrid>
              <a:tr h="370840">
                <a:tc>
                  <a:txBody>
                    <a:bodyPr/>
                    <a:lstStyle/>
                    <a:p>
                      <a:r>
                        <a:rPr lang="en-GB" dirty="0"/>
                        <a:t>Blot</a:t>
                      </a:r>
                    </a:p>
                  </a:txBody>
                  <a:tcPr/>
                </a:tc>
                <a:tc>
                  <a:txBody>
                    <a:bodyPr/>
                    <a:lstStyle/>
                    <a:p>
                      <a:r>
                        <a:rPr lang="en-GB" dirty="0"/>
                        <a:t>Normality (p-value of the Shapiro-Wilk tests)</a:t>
                      </a:r>
                    </a:p>
                  </a:txBody>
                  <a:tcPr/>
                </a:tc>
                <a:tc>
                  <a:txBody>
                    <a:bodyPr/>
                    <a:lstStyle/>
                    <a:p>
                      <a:r>
                        <a:rPr lang="en-GB" dirty="0"/>
                        <a:t>Homogeneity of Variance (F-test results)</a:t>
                      </a:r>
                    </a:p>
                  </a:txBody>
                  <a:tcPr/>
                </a:tc>
                <a:tc>
                  <a:txBody>
                    <a:bodyPr/>
                    <a:lstStyle/>
                    <a:p>
                      <a:r>
                        <a:rPr lang="en-GB" dirty="0"/>
                        <a:t>t-value</a:t>
                      </a:r>
                    </a:p>
                  </a:txBody>
                  <a:tcPr/>
                </a:tc>
                <a:tc>
                  <a:txBody>
                    <a:bodyPr/>
                    <a:lstStyle/>
                    <a:p>
                      <a:r>
                        <a:rPr lang="en-GB" dirty="0"/>
                        <a:t>p-value of the two-sample t-test</a:t>
                      </a:r>
                    </a:p>
                  </a:txBody>
                  <a:tcPr/>
                </a:tc>
                <a:extLst>
                  <a:ext uri="{0D108BD9-81ED-4DB2-BD59-A6C34878D82A}">
                    <a16:rowId xmlns:a16="http://schemas.microsoft.com/office/drawing/2014/main" val="1247950209"/>
                  </a:ext>
                </a:extLst>
              </a:tr>
              <a:tr h="370840">
                <a:tc>
                  <a:txBody>
                    <a:bodyPr/>
                    <a:lstStyle/>
                    <a:p>
                      <a:r>
                        <a:rPr lang="en-GB" dirty="0" err="1"/>
                        <a:t>ConA</a:t>
                      </a:r>
                      <a:r>
                        <a:rPr lang="en-GB" dirty="0"/>
                        <a:t> (above 30kDa)</a:t>
                      </a:r>
                    </a:p>
                  </a:txBody>
                  <a:tcPr/>
                </a:tc>
                <a:tc>
                  <a:txBody>
                    <a:bodyPr/>
                    <a:lstStyle/>
                    <a:p>
                      <a:r>
                        <a:rPr lang="en-GB" sz="1800" kern="1200" dirty="0">
                          <a:solidFill>
                            <a:schemeClr val="dk1"/>
                          </a:solidFill>
                          <a:effectLst/>
                          <a:latin typeface="+mn-lt"/>
                          <a:ea typeface="+mn-ea"/>
                          <a:cs typeface="+mn-cs"/>
                        </a:rPr>
                        <a:t>0.2455 (EV)</a:t>
                      </a:r>
                    </a:p>
                    <a:p>
                      <a:r>
                        <a:rPr lang="en-GB" sz="1800" kern="1200" dirty="0">
                          <a:solidFill>
                            <a:schemeClr val="dk1"/>
                          </a:solidFill>
                          <a:effectLst/>
                          <a:latin typeface="+mn-lt"/>
                          <a:ea typeface="+mn-ea"/>
                          <a:cs typeface="+mn-cs"/>
                        </a:rPr>
                        <a:t>0.9803 (</a:t>
                      </a:r>
                      <a:r>
                        <a:rPr lang="en-GB" sz="1800" kern="1200" dirty="0" err="1">
                          <a:solidFill>
                            <a:schemeClr val="dk1"/>
                          </a:solidFill>
                          <a:effectLst/>
                          <a:latin typeface="+mn-lt"/>
                          <a:ea typeface="+mn-ea"/>
                          <a:cs typeface="+mn-cs"/>
                        </a:rPr>
                        <a:t>Gsn</a:t>
                      </a:r>
                      <a:r>
                        <a:rPr lang="en-GB" sz="1800" kern="1200" dirty="0">
                          <a:solidFill>
                            <a:schemeClr val="dk1"/>
                          </a:solidFill>
                          <a:effectLst/>
                          <a:latin typeface="+mn-lt"/>
                          <a:ea typeface="+mn-ea"/>
                          <a:cs typeface="+mn-cs"/>
                        </a:rPr>
                        <a:t>)</a:t>
                      </a:r>
                      <a:endParaRPr lang="en-GB" dirty="0"/>
                    </a:p>
                  </a:txBody>
                  <a:tcPr/>
                </a:tc>
                <a:tc>
                  <a:txBody>
                    <a:bodyPr/>
                    <a:lstStyle/>
                    <a:p>
                      <a:r>
                        <a:rPr lang="en-GB" dirty="0"/>
                        <a:t>F = 0.41837</a:t>
                      </a:r>
                    </a:p>
                    <a:p>
                      <a:r>
                        <a:rPr lang="en-GB" dirty="0"/>
                        <a:t>p-value = 0.5899</a:t>
                      </a:r>
                    </a:p>
                  </a:txBody>
                  <a:tcPr/>
                </a:tc>
                <a:tc>
                  <a:txBody>
                    <a:bodyPr/>
                    <a:lstStyle/>
                    <a:p>
                      <a:r>
                        <a:rPr lang="en-GB" dirty="0"/>
                        <a:t>-8.8253</a:t>
                      </a:r>
                    </a:p>
                  </a:txBody>
                  <a:tcPr/>
                </a:tc>
                <a:tc>
                  <a:txBody>
                    <a:bodyPr/>
                    <a:lstStyle/>
                    <a:p>
                      <a:r>
                        <a:rPr lang="en-GB" dirty="0"/>
                        <a:t>0.0009098</a:t>
                      </a:r>
                    </a:p>
                  </a:txBody>
                  <a:tcPr/>
                </a:tc>
                <a:extLst>
                  <a:ext uri="{0D108BD9-81ED-4DB2-BD59-A6C34878D82A}">
                    <a16:rowId xmlns:a16="http://schemas.microsoft.com/office/drawing/2014/main" val="4230348260"/>
                  </a:ext>
                </a:extLst>
              </a:tr>
              <a:tr h="370840">
                <a:tc>
                  <a:txBody>
                    <a:bodyPr/>
                    <a:lstStyle/>
                    <a:p>
                      <a:r>
                        <a:rPr lang="en-GB" dirty="0"/>
                        <a:t>RCAI (whole lanes)</a:t>
                      </a:r>
                    </a:p>
                  </a:txBody>
                  <a:tcPr/>
                </a:tc>
                <a:tc>
                  <a:txBody>
                    <a:bodyPr/>
                    <a:lstStyle/>
                    <a:p>
                      <a:r>
                        <a:rPr lang="en-GB" sz="1800" kern="1200" dirty="0">
                          <a:solidFill>
                            <a:schemeClr val="dk1"/>
                          </a:solidFill>
                          <a:effectLst/>
                          <a:latin typeface="+mn-lt"/>
                          <a:ea typeface="+mn-ea"/>
                          <a:cs typeface="+mn-cs"/>
                        </a:rPr>
                        <a:t>0.3907 (EV) 0.3318 (</a:t>
                      </a:r>
                      <a:r>
                        <a:rPr lang="en-GB" sz="1800" kern="1200" dirty="0" err="1">
                          <a:solidFill>
                            <a:schemeClr val="dk1"/>
                          </a:solidFill>
                          <a:effectLst/>
                          <a:latin typeface="+mn-lt"/>
                          <a:ea typeface="+mn-ea"/>
                          <a:cs typeface="+mn-cs"/>
                        </a:rPr>
                        <a:t>Gsn</a:t>
                      </a:r>
                      <a:r>
                        <a:rPr lang="en-GB" sz="1800" kern="1200" dirty="0">
                          <a:solidFill>
                            <a:schemeClr val="dk1"/>
                          </a:solidFill>
                          <a:effectLst/>
                          <a:latin typeface="+mn-lt"/>
                          <a:ea typeface="+mn-ea"/>
                          <a:cs typeface="+mn-cs"/>
                        </a:rPr>
                        <a:t>)</a:t>
                      </a:r>
                      <a:endParaRPr lang="en-GB" dirty="0"/>
                    </a:p>
                  </a:txBody>
                  <a:tcPr/>
                </a:tc>
                <a:tc>
                  <a:txBody>
                    <a:bodyPr/>
                    <a:lstStyle/>
                    <a:p>
                      <a:r>
                        <a:rPr lang="en-GB" dirty="0"/>
                        <a:t>F = 0.01527 </a:t>
                      </a:r>
                    </a:p>
                    <a:p>
                      <a:r>
                        <a:rPr lang="en-GB" dirty="0"/>
                        <a:t>p-value = 0.03008</a:t>
                      </a:r>
                    </a:p>
                  </a:txBody>
                  <a:tcPr/>
                </a:tc>
                <a:tc>
                  <a:txBody>
                    <a:bodyPr/>
                    <a:lstStyle/>
                    <a:p>
                      <a:r>
                        <a:rPr lang="en-GB" dirty="0"/>
                        <a:t>-1.6853 </a:t>
                      </a:r>
                    </a:p>
                  </a:txBody>
                  <a:tcPr/>
                </a:tc>
                <a:tc>
                  <a:txBody>
                    <a:bodyPr/>
                    <a:lstStyle/>
                    <a:p>
                      <a:r>
                        <a:rPr lang="en-GB" dirty="0"/>
                        <a:t>0.2303</a:t>
                      </a:r>
                    </a:p>
                  </a:txBody>
                  <a:tcPr/>
                </a:tc>
                <a:extLst>
                  <a:ext uri="{0D108BD9-81ED-4DB2-BD59-A6C34878D82A}">
                    <a16:rowId xmlns:a16="http://schemas.microsoft.com/office/drawing/2014/main" val="1795721937"/>
                  </a:ext>
                </a:extLst>
              </a:tr>
              <a:tr h="370840">
                <a:tc>
                  <a:txBody>
                    <a:bodyPr/>
                    <a:lstStyle/>
                    <a:p>
                      <a:r>
                        <a:rPr lang="en-GB" dirty="0"/>
                        <a:t>RCAI (above 25 kDa)</a:t>
                      </a:r>
                    </a:p>
                  </a:txBody>
                  <a:tcPr/>
                </a:tc>
                <a:tc>
                  <a:txBody>
                    <a:bodyPr/>
                    <a:lstStyle/>
                    <a:p>
                      <a:r>
                        <a:rPr lang="en-GB" dirty="0"/>
                        <a:t>0.7768 (EV)</a:t>
                      </a:r>
                    </a:p>
                    <a:p>
                      <a:r>
                        <a:rPr lang="en-GB" dirty="0"/>
                        <a:t>0.3433 (</a:t>
                      </a:r>
                      <a:r>
                        <a:rPr lang="en-GB" dirty="0" err="1"/>
                        <a:t>Gsn</a:t>
                      </a:r>
                      <a:r>
                        <a:rPr lang="en-GB" dirty="0"/>
                        <a:t>)</a:t>
                      </a:r>
                    </a:p>
                  </a:txBody>
                  <a:tcPr/>
                </a:tc>
                <a:tc>
                  <a:txBody>
                    <a:bodyPr/>
                    <a:lstStyle/>
                    <a:p>
                      <a:r>
                        <a:rPr lang="en-GB" dirty="0"/>
                        <a:t>F = 0.033359</a:t>
                      </a:r>
                    </a:p>
                    <a:p>
                      <a:r>
                        <a:rPr lang="en-GB" dirty="0"/>
                        <a:t>p-value = 0.06456</a:t>
                      </a:r>
                    </a:p>
                  </a:txBody>
                  <a:tcPr/>
                </a:tc>
                <a:tc>
                  <a:txBody>
                    <a:bodyPr/>
                    <a:lstStyle/>
                    <a:p>
                      <a:r>
                        <a:rPr lang="en-GB" dirty="0"/>
                        <a:t>-1.7861 </a:t>
                      </a:r>
                    </a:p>
                  </a:txBody>
                  <a:tcPr/>
                </a:tc>
                <a:tc>
                  <a:txBody>
                    <a:bodyPr/>
                    <a:lstStyle/>
                    <a:p>
                      <a:r>
                        <a:rPr lang="en-GB" dirty="0"/>
                        <a:t>0.1486</a:t>
                      </a:r>
                    </a:p>
                  </a:txBody>
                  <a:tcPr/>
                </a:tc>
                <a:extLst>
                  <a:ext uri="{0D108BD9-81ED-4DB2-BD59-A6C34878D82A}">
                    <a16:rowId xmlns:a16="http://schemas.microsoft.com/office/drawing/2014/main" val="3997985133"/>
                  </a:ext>
                </a:extLst>
              </a:tr>
              <a:tr h="370840">
                <a:tc>
                  <a:txBody>
                    <a:bodyPr/>
                    <a:lstStyle/>
                    <a:p>
                      <a:r>
                        <a:rPr lang="en-GB" dirty="0"/>
                        <a:t>RCAI (above 50 kDa)</a:t>
                      </a:r>
                    </a:p>
                  </a:txBody>
                  <a:tcPr/>
                </a:tc>
                <a:tc>
                  <a:txBody>
                    <a:bodyPr/>
                    <a:lstStyle/>
                    <a:p>
                      <a:r>
                        <a:rPr lang="en-GB" dirty="0"/>
                        <a:t>p= 0.9139 (EV)</a:t>
                      </a:r>
                    </a:p>
                    <a:p>
                      <a:r>
                        <a:rPr lang="en-GB" dirty="0"/>
                        <a:t>p = 0.1921 (</a:t>
                      </a:r>
                      <a:r>
                        <a:rPr lang="en-GB" dirty="0" err="1"/>
                        <a:t>Gsn</a:t>
                      </a:r>
                      <a:r>
                        <a:rPr lang="en-GB" dirty="0"/>
                        <a:t>)</a:t>
                      </a:r>
                    </a:p>
                  </a:txBody>
                  <a:tcPr/>
                </a:tc>
                <a:tc>
                  <a:txBody>
                    <a:bodyPr/>
                    <a:lstStyle/>
                    <a:p>
                      <a:r>
                        <a:rPr lang="en-GB" dirty="0"/>
                        <a:t>F = 0.16225</a:t>
                      </a:r>
                    </a:p>
                    <a:p>
                      <a:r>
                        <a:rPr lang="en-GB" dirty="0"/>
                        <a:t>p-value = 0.2792</a:t>
                      </a:r>
                    </a:p>
                  </a:txBody>
                  <a:tcPr/>
                </a:tc>
                <a:tc>
                  <a:txBody>
                    <a:bodyPr/>
                    <a:lstStyle/>
                    <a:p>
                      <a:r>
                        <a:rPr lang="en-GB" dirty="0"/>
                        <a:t>-2.4768 </a:t>
                      </a:r>
                    </a:p>
                  </a:txBody>
                  <a:tcPr/>
                </a:tc>
                <a:tc>
                  <a:txBody>
                    <a:bodyPr/>
                    <a:lstStyle/>
                    <a:p>
                      <a:r>
                        <a:rPr lang="en-GB" dirty="0"/>
                        <a:t>0.06845</a:t>
                      </a:r>
                    </a:p>
                  </a:txBody>
                  <a:tcPr/>
                </a:tc>
                <a:extLst>
                  <a:ext uri="{0D108BD9-81ED-4DB2-BD59-A6C34878D82A}">
                    <a16:rowId xmlns:a16="http://schemas.microsoft.com/office/drawing/2014/main" val="3711487332"/>
                  </a:ext>
                </a:extLst>
              </a:tr>
              <a:tr h="370840">
                <a:tc>
                  <a:txBody>
                    <a:bodyPr/>
                    <a:lstStyle/>
                    <a:p>
                      <a:r>
                        <a:rPr lang="en-GB" dirty="0" err="1"/>
                        <a:t>ConA</a:t>
                      </a:r>
                      <a:r>
                        <a:rPr lang="en-GB" dirty="0"/>
                        <a:t> Ponceau</a:t>
                      </a:r>
                    </a:p>
                  </a:txBody>
                  <a:tcPr/>
                </a:tc>
                <a:tc>
                  <a:txBody>
                    <a:bodyPr/>
                    <a:lstStyle/>
                    <a:p>
                      <a:r>
                        <a:rPr lang="en-GB" dirty="0"/>
                        <a:t>0.6687 (EV) 0.9015 (</a:t>
                      </a:r>
                      <a:r>
                        <a:rPr lang="en-GB" dirty="0" err="1"/>
                        <a:t>Gsn</a:t>
                      </a:r>
                      <a:r>
                        <a:rPr lang="en-GB" dirty="0"/>
                        <a:t>)</a:t>
                      </a:r>
                    </a:p>
                  </a:txBody>
                  <a:tcPr/>
                </a:tc>
                <a:tc>
                  <a:txBody>
                    <a:bodyPr/>
                    <a:lstStyle/>
                    <a:p>
                      <a:r>
                        <a:rPr lang="en-GB" dirty="0"/>
                        <a:t>F = </a:t>
                      </a:r>
                      <a:r>
                        <a:rPr lang="en-GB" sz="1800" kern="1200" dirty="0">
                          <a:solidFill>
                            <a:schemeClr val="dk1"/>
                          </a:solidFill>
                          <a:effectLst/>
                          <a:latin typeface="+mn-lt"/>
                          <a:ea typeface="+mn-ea"/>
                          <a:cs typeface="+mn-cs"/>
                        </a:rPr>
                        <a:t>2.2813</a:t>
                      </a:r>
                    </a:p>
                    <a:p>
                      <a:r>
                        <a:rPr lang="en-GB" sz="1800" kern="1200" dirty="0">
                          <a:solidFill>
                            <a:schemeClr val="dk1"/>
                          </a:solidFill>
                          <a:effectLst/>
                          <a:latin typeface="+mn-lt"/>
                          <a:ea typeface="+mn-ea"/>
                          <a:cs typeface="+mn-cs"/>
                        </a:rPr>
                        <a:t>p-value = 0.6095 </a:t>
                      </a:r>
                    </a:p>
                  </a:txBody>
                  <a:tcPr/>
                </a:tc>
                <a:tc>
                  <a:txBody>
                    <a:bodyPr/>
                    <a:lstStyle/>
                    <a:p>
                      <a:r>
                        <a:rPr lang="en-GB" dirty="0"/>
                        <a:t>0.2893 </a:t>
                      </a:r>
                    </a:p>
                  </a:txBody>
                  <a:tcPr/>
                </a:tc>
                <a:tc>
                  <a:txBody>
                    <a:bodyPr/>
                    <a:lstStyle/>
                    <a:p>
                      <a:r>
                        <a:rPr lang="en-GB" dirty="0"/>
                        <a:t>0.7867</a:t>
                      </a:r>
                    </a:p>
                  </a:txBody>
                  <a:tcPr/>
                </a:tc>
                <a:extLst>
                  <a:ext uri="{0D108BD9-81ED-4DB2-BD59-A6C34878D82A}">
                    <a16:rowId xmlns:a16="http://schemas.microsoft.com/office/drawing/2014/main" val="1997693948"/>
                  </a:ext>
                </a:extLst>
              </a:tr>
              <a:tr h="370840">
                <a:tc>
                  <a:txBody>
                    <a:bodyPr/>
                    <a:lstStyle/>
                    <a:p>
                      <a:r>
                        <a:rPr lang="en-GB" dirty="0"/>
                        <a:t>RCAI Ponceau</a:t>
                      </a:r>
                    </a:p>
                  </a:txBody>
                  <a:tcPr/>
                </a:tc>
                <a:tc>
                  <a:txBody>
                    <a:bodyPr/>
                    <a:lstStyle/>
                    <a:p>
                      <a:r>
                        <a:rPr lang="en-GB" dirty="0"/>
                        <a:t>0.5915 (EV)</a:t>
                      </a:r>
                    </a:p>
                    <a:p>
                      <a:r>
                        <a:rPr lang="en-GB" dirty="0"/>
                        <a:t>0.1931 (</a:t>
                      </a:r>
                      <a:r>
                        <a:rPr lang="en-GB" dirty="0" err="1"/>
                        <a:t>Gsn</a:t>
                      </a:r>
                      <a:r>
                        <a:rPr lang="en-GB" dirty="0"/>
                        <a:t>)</a:t>
                      </a:r>
                    </a:p>
                  </a:txBody>
                  <a:tcPr/>
                </a:tc>
                <a:tc>
                  <a:txBody>
                    <a:bodyPr/>
                    <a:lstStyle/>
                    <a:p>
                      <a:r>
                        <a:rPr lang="en-GB" dirty="0"/>
                        <a:t>F = </a:t>
                      </a:r>
                      <a:r>
                        <a:rPr lang="en-GB" sz="1800" kern="1200" dirty="0">
                          <a:solidFill>
                            <a:schemeClr val="dk1"/>
                          </a:solidFill>
                          <a:effectLst/>
                          <a:latin typeface="+mn-lt"/>
                          <a:ea typeface="+mn-ea"/>
                          <a:cs typeface="+mn-cs"/>
                        </a:rPr>
                        <a:t>1.3495</a:t>
                      </a:r>
                    </a:p>
                    <a:p>
                      <a:r>
                        <a:rPr lang="en-GB" dirty="0"/>
                        <a:t>p-value = </a:t>
                      </a:r>
                      <a:r>
                        <a:rPr lang="en-GB" sz="1800" kern="1200" dirty="0">
                          <a:solidFill>
                            <a:schemeClr val="dk1"/>
                          </a:solidFill>
                          <a:effectLst/>
                          <a:latin typeface="+mn-lt"/>
                          <a:ea typeface="+mn-ea"/>
                          <a:cs typeface="+mn-cs"/>
                        </a:rPr>
                        <a:t>0.8513 </a:t>
                      </a:r>
                      <a:endParaRPr lang="en-GB" dirty="0"/>
                    </a:p>
                  </a:txBody>
                  <a:tcPr/>
                </a:tc>
                <a:tc>
                  <a:txBody>
                    <a:bodyPr/>
                    <a:lstStyle/>
                    <a:p>
                      <a:r>
                        <a:rPr lang="en-GB" dirty="0"/>
                        <a:t>2.7923</a:t>
                      </a:r>
                    </a:p>
                  </a:txBody>
                  <a:tcPr/>
                </a:tc>
                <a:tc>
                  <a:txBody>
                    <a:bodyPr/>
                    <a:lstStyle/>
                    <a:p>
                      <a:r>
                        <a:rPr lang="en-GB" dirty="0"/>
                        <a:t>0.0492 </a:t>
                      </a:r>
                    </a:p>
                  </a:txBody>
                  <a:tcPr/>
                </a:tc>
                <a:extLst>
                  <a:ext uri="{0D108BD9-81ED-4DB2-BD59-A6C34878D82A}">
                    <a16:rowId xmlns:a16="http://schemas.microsoft.com/office/drawing/2014/main" val="3543284810"/>
                  </a:ext>
                </a:extLst>
              </a:tr>
            </a:tbl>
          </a:graphicData>
        </a:graphic>
      </p:graphicFrame>
      <p:sp>
        <p:nvSpPr>
          <p:cNvPr id="6" name="TextBox 5">
            <a:extLst>
              <a:ext uri="{FF2B5EF4-FFF2-40B4-BE49-F238E27FC236}">
                <a16:creationId xmlns:a16="http://schemas.microsoft.com/office/drawing/2014/main" id="{2256632E-585E-1EB7-71B0-90C7875C3141}"/>
              </a:ext>
            </a:extLst>
          </p:cNvPr>
          <p:cNvSpPr txBox="1"/>
          <p:nvPr/>
        </p:nvSpPr>
        <p:spPr>
          <a:xfrm>
            <a:off x="8804636" y="443060"/>
            <a:ext cx="3223966" cy="6124754"/>
          </a:xfrm>
          <a:prstGeom prst="rect">
            <a:avLst/>
          </a:prstGeom>
          <a:noFill/>
        </p:spPr>
        <p:txBody>
          <a:bodyPr wrap="square" rtlCol="0">
            <a:spAutoFit/>
          </a:bodyPr>
          <a:lstStyle/>
          <a:p>
            <a:pPr marL="285750" indent="-285750">
              <a:buFont typeface="Arial" panose="020B0604020202020204" pitchFamily="34" charset="0"/>
              <a:buChar char="•"/>
            </a:pPr>
            <a:r>
              <a:rPr lang="en-GB" sz="1400" dirty="0"/>
              <a:t>For all of the Western blots, the assumption of normality was met as the p-values for the Shapiro Wilk test all exceeded 0.05.</a:t>
            </a:r>
          </a:p>
          <a:p>
            <a:pPr marL="285750" indent="-285750">
              <a:buFont typeface="Arial" panose="020B0604020202020204" pitchFamily="34" charset="0"/>
              <a:buChar char="•"/>
            </a:pPr>
            <a:r>
              <a:rPr lang="en-GB" sz="1400" dirty="0"/>
              <a:t>The assumptions of homogeneity of variance were met for all the blots, except RCAI when using the whole lanes, so I used Welch’s t-test instead. </a:t>
            </a:r>
          </a:p>
          <a:p>
            <a:pPr marL="285750" indent="-285750">
              <a:buFont typeface="Arial" panose="020B0604020202020204" pitchFamily="34" charset="0"/>
              <a:buChar char="•"/>
            </a:pPr>
            <a:r>
              <a:rPr lang="en-GB" sz="1400" dirty="0"/>
              <a:t>I used a two-sample t-test to ensure equal protein loading across the control and glycosyrin lanes. </a:t>
            </a:r>
          </a:p>
          <a:p>
            <a:pPr marL="285750" indent="-285750">
              <a:buFont typeface="Arial" panose="020B0604020202020204" pitchFamily="34" charset="0"/>
              <a:buChar char="•"/>
            </a:pPr>
            <a:r>
              <a:rPr lang="en-GB" sz="1400" dirty="0"/>
              <a:t>For </a:t>
            </a:r>
            <a:r>
              <a:rPr lang="en-GB" sz="1400" dirty="0" err="1"/>
              <a:t>ConA</a:t>
            </a:r>
            <a:r>
              <a:rPr lang="en-GB" sz="1400" dirty="0"/>
              <a:t>, there was no significant difference in the level of protein loading between the empty vector and the glycosyrin lanes. </a:t>
            </a:r>
          </a:p>
          <a:p>
            <a:pPr marL="285750" indent="-285750">
              <a:buFont typeface="Arial" panose="020B0604020202020204" pitchFamily="34" charset="0"/>
              <a:buChar char="•"/>
            </a:pPr>
            <a:r>
              <a:rPr lang="en-GB" sz="1400" dirty="0"/>
              <a:t>The p-value of the t-test for the RCAI Ponceau was just slightly less than 0.05 (significant difference in the level of protein loading), however, this result is not particularly concerning as 0.05 is an arbitrary threshold, and this result could be due to the small puncture in the gel. </a:t>
            </a:r>
          </a:p>
          <a:p>
            <a:pPr marL="285750" indent="-285750">
              <a:buFont typeface="Arial" panose="020B0604020202020204" pitchFamily="34" charset="0"/>
              <a:buChar char="•"/>
            </a:pPr>
            <a:r>
              <a:rPr lang="en-GB" sz="1400" dirty="0"/>
              <a:t>When measuring three rows spread throughout the gel, avoiding the puncture, there was no significant difference in protein loading in the RCAI blot. </a:t>
            </a:r>
          </a:p>
        </p:txBody>
      </p:sp>
      <p:cxnSp>
        <p:nvCxnSpPr>
          <p:cNvPr id="8" name="Straight Arrow Connector 7">
            <a:extLst>
              <a:ext uri="{FF2B5EF4-FFF2-40B4-BE49-F238E27FC236}">
                <a16:creationId xmlns:a16="http://schemas.microsoft.com/office/drawing/2014/main" id="{F83FE22F-E445-5FD1-9251-08C5E857F1A6}"/>
              </a:ext>
            </a:extLst>
          </p:cNvPr>
          <p:cNvCxnSpPr/>
          <p:nvPr/>
        </p:nvCxnSpPr>
        <p:spPr>
          <a:xfrm>
            <a:off x="6890994" y="6212264"/>
            <a:ext cx="15271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0CC09FD-940A-DBC2-6C24-95C31893DE73}"/>
              </a:ext>
            </a:extLst>
          </p:cNvPr>
          <p:cNvSpPr txBox="1"/>
          <p:nvPr/>
        </p:nvSpPr>
        <p:spPr>
          <a:xfrm>
            <a:off x="5597819" y="6027598"/>
            <a:ext cx="1293175" cy="369332"/>
          </a:xfrm>
          <a:prstGeom prst="rect">
            <a:avLst/>
          </a:prstGeom>
          <a:noFill/>
        </p:spPr>
        <p:txBody>
          <a:bodyPr wrap="none" rtlCol="0">
            <a:spAutoFit/>
          </a:bodyPr>
          <a:lstStyle/>
          <a:p>
            <a:r>
              <a:rPr lang="en-GB" dirty="0"/>
              <a:t>Stuff to say:</a:t>
            </a:r>
          </a:p>
        </p:txBody>
      </p:sp>
    </p:spTree>
    <p:extLst>
      <p:ext uri="{BB962C8B-B14F-4D97-AF65-F5344CB8AC3E}">
        <p14:creationId xmlns:p14="http://schemas.microsoft.com/office/powerpoint/2010/main" val="1984902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2C45EB-94B0-C25F-E319-4794248457EB}"/>
              </a:ext>
            </a:extLst>
          </p:cNvPr>
          <p:cNvSpPr txBox="1"/>
          <p:nvPr/>
        </p:nvSpPr>
        <p:spPr>
          <a:xfrm>
            <a:off x="216818" y="179108"/>
            <a:ext cx="4561890" cy="369332"/>
          </a:xfrm>
          <a:prstGeom prst="rect">
            <a:avLst/>
          </a:prstGeom>
          <a:noFill/>
        </p:spPr>
        <p:txBody>
          <a:bodyPr wrap="none" rtlCol="0">
            <a:spAutoFit/>
          </a:bodyPr>
          <a:lstStyle/>
          <a:p>
            <a:r>
              <a:rPr lang="en-GB" dirty="0"/>
              <a:t>Discussion: what to actually put on the poster. </a:t>
            </a:r>
          </a:p>
        </p:txBody>
      </p:sp>
      <p:sp>
        <p:nvSpPr>
          <p:cNvPr id="3" name="TextBox 2">
            <a:extLst>
              <a:ext uri="{FF2B5EF4-FFF2-40B4-BE49-F238E27FC236}">
                <a16:creationId xmlns:a16="http://schemas.microsoft.com/office/drawing/2014/main" id="{F4E51618-A294-580C-0ED7-A971CFAFA6AF}"/>
              </a:ext>
            </a:extLst>
          </p:cNvPr>
          <p:cNvSpPr txBox="1"/>
          <p:nvPr/>
        </p:nvSpPr>
        <p:spPr>
          <a:xfrm>
            <a:off x="216818" y="5755562"/>
            <a:ext cx="10963373" cy="923330"/>
          </a:xfrm>
          <a:prstGeom prst="rect">
            <a:avLst/>
          </a:prstGeom>
          <a:noFill/>
        </p:spPr>
        <p:txBody>
          <a:bodyPr wrap="square" rtlCol="0">
            <a:spAutoFit/>
          </a:bodyPr>
          <a:lstStyle/>
          <a:p>
            <a:r>
              <a:rPr lang="en-GB" dirty="0"/>
              <a:t>Limitations: more plants and more time to replicate the experiment, and one of the six leaves for the FDG assay was damaged, so unusable. </a:t>
            </a:r>
          </a:p>
          <a:p>
            <a:endParaRPr lang="en-GB" dirty="0"/>
          </a:p>
        </p:txBody>
      </p:sp>
      <p:sp>
        <p:nvSpPr>
          <p:cNvPr id="5" name="TextBox 4">
            <a:extLst>
              <a:ext uri="{FF2B5EF4-FFF2-40B4-BE49-F238E27FC236}">
                <a16:creationId xmlns:a16="http://schemas.microsoft.com/office/drawing/2014/main" id="{7B8E9098-BECB-B8C1-5B75-5ECBDF26140B}"/>
              </a:ext>
            </a:extLst>
          </p:cNvPr>
          <p:cNvSpPr txBox="1"/>
          <p:nvPr/>
        </p:nvSpPr>
        <p:spPr>
          <a:xfrm>
            <a:off x="216818" y="914648"/>
            <a:ext cx="11576114" cy="3970318"/>
          </a:xfrm>
          <a:prstGeom prst="rect">
            <a:avLst/>
          </a:prstGeom>
          <a:noFill/>
        </p:spPr>
        <p:txBody>
          <a:bodyPr wrap="square">
            <a:spAutoFit/>
          </a:bodyPr>
          <a:lstStyle/>
          <a:p>
            <a:pPr marL="285750" indent="-285750">
              <a:buFont typeface="Arial" panose="020B0604020202020204" pitchFamily="34" charset="0"/>
              <a:buChar char="•"/>
            </a:pPr>
            <a:r>
              <a:rPr lang="en-GB" dirty="0"/>
              <a:t>Fluorescence was significantly lower in glycosyrin-infiltrated leaf sections than with FDG alone or sections infiltrated with the empty vector, indicating glycosyrin can inhibit galactosidases.   </a:t>
            </a:r>
          </a:p>
          <a:p>
            <a:pPr marL="285750" indent="-285750">
              <a:buFont typeface="Arial" panose="020B0604020202020204" pitchFamily="34" charset="0"/>
              <a:buChar char="•"/>
            </a:pPr>
            <a:r>
              <a:rPr lang="en-GB" dirty="0"/>
              <a:t>However, there was lots of variation in each group. </a:t>
            </a:r>
          </a:p>
          <a:p>
            <a:pPr marL="285750" indent="-285750">
              <a:buFont typeface="Arial" panose="020B0604020202020204" pitchFamily="34" charset="0"/>
              <a:buChar char="•"/>
            </a:pPr>
            <a:r>
              <a:rPr lang="en-GB" dirty="0"/>
              <a:t>There was not a significant difference in the level of RCAI binding between the control and the glycosyrin samples, though the p-value was lower when higher molecular weight proteins were considered.</a:t>
            </a:r>
          </a:p>
          <a:p>
            <a:pPr marL="285750" indent="-285750">
              <a:buFont typeface="Arial" panose="020B0604020202020204" pitchFamily="34" charset="0"/>
              <a:buChar char="•"/>
            </a:pPr>
            <a:r>
              <a:rPr lang="en-GB" dirty="0"/>
              <a:t>Perhaps a difference in RCAI binding could be detected by replicating the experiment with a higher power, or glycosyrin only inhibits specific galactosidases. </a:t>
            </a:r>
          </a:p>
          <a:p>
            <a:pPr marL="285750" indent="-285750">
              <a:buFont typeface="Arial" panose="020B0604020202020204" pitchFamily="34" charset="0"/>
              <a:buChar char="•"/>
            </a:pPr>
            <a:r>
              <a:rPr lang="en-GB" dirty="0"/>
              <a:t>There was a significant difference in </a:t>
            </a:r>
            <a:r>
              <a:rPr lang="en-GB" dirty="0" err="1"/>
              <a:t>ConA</a:t>
            </a:r>
            <a:r>
              <a:rPr lang="en-GB" dirty="0"/>
              <a:t> binding between the control and glycosyrin treatment, indicating glycosyrin can inhibit mannosidases and/or glucosidases. </a:t>
            </a:r>
          </a:p>
          <a:p>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lvl="1"/>
            <a:r>
              <a:rPr lang="en-GB" dirty="0"/>
              <a:t> </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580305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E9B18-CEFE-E461-1446-5C6B99F2408E}"/>
              </a:ext>
            </a:extLst>
          </p:cNvPr>
          <p:cNvSpPr txBox="1"/>
          <p:nvPr/>
        </p:nvSpPr>
        <p:spPr>
          <a:xfrm>
            <a:off x="282804" y="254524"/>
            <a:ext cx="11462994" cy="646331"/>
          </a:xfrm>
          <a:prstGeom prst="rect">
            <a:avLst/>
          </a:prstGeom>
          <a:noFill/>
        </p:spPr>
        <p:txBody>
          <a:bodyPr wrap="square" rtlCol="0">
            <a:spAutoFit/>
          </a:bodyPr>
          <a:lstStyle/>
          <a:p>
            <a:r>
              <a:rPr lang="en-GB" dirty="0"/>
              <a:t>Discussion: FDG script.</a:t>
            </a:r>
          </a:p>
          <a:p>
            <a:r>
              <a:rPr lang="en-GB" dirty="0"/>
              <a:t> </a:t>
            </a:r>
          </a:p>
        </p:txBody>
      </p:sp>
      <p:sp>
        <p:nvSpPr>
          <p:cNvPr id="3" name="TextBox 2">
            <a:extLst>
              <a:ext uri="{FF2B5EF4-FFF2-40B4-BE49-F238E27FC236}">
                <a16:creationId xmlns:a16="http://schemas.microsoft.com/office/drawing/2014/main" id="{3480D40A-9598-26D0-047D-B7FD01915CD5}"/>
              </a:ext>
            </a:extLst>
          </p:cNvPr>
          <p:cNvSpPr txBox="1"/>
          <p:nvPr/>
        </p:nvSpPr>
        <p:spPr>
          <a:xfrm>
            <a:off x="197964" y="768880"/>
            <a:ext cx="11711232" cy="3693319"/>
          </a:xfrm>
          <a:prstGeom prst="rect">
            <a:avLst/>
          </a:prstGeom>
          <a:noFill/>
        </p:spPr>
        <p:txBody>
          <a:bodyPr wrap="square" rtlCol="0">
            <a:spAutoFit/>
          </a:bodyPr>
          <a:lstStyle/>
          <a:p>
            <a:pPr marL="285750" indent="-285750">
              <a:buFont typeface="Arial" panose="020B0604020202020204" pitchFamily="34" charset="0"/>
              <a:buChar char="•"/>
            </a:pPr>
            <a:r>
              <a:rPr lang="en-GB" dirty="0"/>
              <a:t>Fluorescence, and hence galactosidase activity, significantly lower in glycosyrin-infiltrated leaf sections than with FDG alone or sections infiltrated with the empty vector. FDG only fluoresces when the galactose residues are cleaved off as this releases its fluorescent group (fluorescein), so this indicates that glycosyrin can inhibit galactosidases as FDG was not cleaved. </a:t>
            </a:r>
          </a:p>
          <a:p>
            <a:pPr marL="285750" indent="-285750">
              <a:buFont typeface="Arial" panose="020B0604020202020204" pitchFamily="34" charset="0"/>
              <a:buChar char="•"/>
            </a:pPr>
            <a:r>
              <a:rPr lang="en-GB" dirty="0"/>
              <a:t>Although the Bartlett’s test indicated unequal variances between the different groups in the FDG assay, the sample sizes were all equal, so the test should still be robust to these differences in variances, and the sample sizes were small, so it was appropriate to still use pooled standard deviation in the pairwise t-test.</a:t>
            </a:r>
          </a:p>
          <a:p>
            <a:pPr marL="285750" indent="-285750">
              <a:buFont typeface="Arial" panose="020B0604020202020204" pitchFamily="34" charset="0"/>
              <a:buChar char="•"/>
            </a:pPr>
            <a:r>
              <a:rPr lang="en-GB" dirty="0"/>
              <a:t>I believe the unequal variances can be at least partially attributed to differences between plants as when the plant from which each sample was taken was added as an explanatory variable in the ANOVA linear model alongside the treatment groups, over 80% of the variation between samples in fluorescence was explained (as R^2 = 0.8311). The different sizes of the plants, different ages of the leaves and damage to the leaves are all confounding factors that could generate variation between samples. Damage to the leaf due to wounding in agroinfiltration could also play a role in creating variation.</a:t>
            </a:r>
          </a:p>
        </p:txBody>
      </p:sp>
    </p:spTree>
    <p:extLst>
      <p:ext uri="{BB962C8B-B14F-4D97-AF65-F5344CB8AC3E}">
        <p14:creationId xmlns:p14="http://schemas.microsoft.com/office/powerpoint/2010/main" val="3997255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8E9CC3-B37C-64EE-28D1-EE4BDBC73323}"/>
              </a:ext>
            </a:extLst>
          </p:cNvPr>
          <p:cNvSpPr txBox="1"/>
          <p:nvPr/>
        </p:nvSpPr>
        <p:spPr>
          <a:xfrm>
            <a:off x="339365" y="197346"/>
            <a:ext cx="10765410" cy="5755422"/>
          </a:xfrm>
          <a:prstGeom prst="rect">
            <a:avLst/>
          </a:prstGeom>
          <a:noFill/>
        </p:spPr>
        <p:txBody>
          <a:bodyPr wrap="square" rtlCol="0">
            <a:spAutoFit/>
          </a:bodyPr>
          <a:lstStyle/>
          <a:p>
            <a:r>
              <a:rPr lang="en-GB" sz="1600" dirty="0"/>
              <a:t>Discussion: lectin script. </a:t>
            </a:r>
          </a:p>
          <a:p>
            <a:pPr marL="285750" indent="-285750">
              <a:buFont typeface="Arial" panose="020B0604020202020204" pitchFamily="34" charset="0"/>
              <a:buChar char="•"/>
            </a:pPr>
            <a:r>
              <a:rPr lang="en-GB" sz="1600" dirty="0"/>
              <a:t>In addition, I conducted two lectin blots using a mannose- and glucose-binding lectin (ConA) and a galactose-binding lectin (RCAI) to investigate the broader effects of glycosyrin on the apoplastic proteome.</a:t>
            </a:r>
          </a:p>
          <a:p>
            <a:pPr marL="285750" indent="-285750">
              <a:buFont typeface="Arial" panose="020B0604020202020204" pitchFamily="34" charset="0"/>
              <a:buChar char="•"/>
            </a:pPr>
            <a:r>
              <a:rPr lang="en-GB" sz="1600" dirty="0"/>
              <a:t>There was not a significant difference in the level of RCAI binding between the control and the glycosyrin samples. This could be due to differences in protein loading, or damage to the leaves, so fewer proteins were produced, which would result in a weaker signal. </a:t>
            </a:r>
          </a:p>
          <a:p>
            <a:pPr marL="285750" indent="-285750">
              <a:buFont typeface="Arial" panose="020B0604020202020204" pitchFamily="34" charset="0"/>
              <a:buChar char="•"/>
            </a:pPr>
            <a:r>
              <a:rPr lang="en-GB" sz="1600" dirty="0"/>
              <a:t>However, the p-value was increasingly lower when higher molecular weight proteins were considered, perhaps indicating a biologically significant difference, even if it were not statistically significant. I would suggest replicating the experiment, but using larger sample sizes, e.g., three leaves instead of two per sample, and more plants, which would provide a greater statistical power to detect the difference in RCAI binding. </a:t>
            </a:r>
          </a:p>
          <a:p>
            <a:pPr marL="285750" indent="-285750">
              <a:buFont typeface="Arial" panose="020B0604020202020204" pitchFamily="34" charset="0"/>
              <a:buChar char="•"/>
            </a:pPr>
            <a:r>
              <a:rPr lang="en-GB" sz="1600" dirty="0"/>
              <a:t>RCAI is specific to galactose residues, and the results from the FDG experiment indicates that glycosyrin is capable of inhibiting galactosidases, so this (coupled with the lower p-values for higher molecular weight proteins) could perhaps imply that glycosyrin targets specific galactosidases, or a subset of galactosidases. This could be an interesting avenue for future research because understanding why glycosyrin targets some galactosidases, but not others, could be useful in designing a decoy enzyme for which glycosyrin has a higher affinity than for BGAL1 to undermine the impact of the inhibitor. </a:t>
            </a:r>
          </a:p>
          <a:p>
            <a:pPr marL="285750" indent="-285750">
              <a:buFont typeface="Arial" panose="020B0604020202020204" pitchFamily="34" charset="0"/>
              <a:buChar char="•"/>
            </a:pPr>
            <a:r>
              <a:rPr lang="en-GB" sz="1600" dirty="0"/>
              <a:t>For the </a:t>
            </a:r>
            <a:r>
              <a:rPr lang="en-GB" sz="1600" dirty="0" err="1"/>
              <a:t>ConA</a:t>
            </a:r>
            <a:r>
              <a:rPr lang="en-GB" sz="1600" dirty="0"/>
              <a:t> lectin blot, I considered proteins above 50kDa because there was a clear difference in the level of lectin binding between the empty vector control and glycosyrin upon visual inspection, and the difference in </a:t>
            </a:r>
            <a:r>
              <a:rPr lang="en-GB" sz="1600" dirty="0" err="1"/>
              <a:t>ConA</a:t>
            </a:r>
            <a:r>
              <a:rPr lang="en-GB" sz="1600" dirty="0"/>
              <a:t> binding was significant at the 0.1% level. </a:t>
            </a:r>
          </a:p>
          <a:p>
            <a:pPr marL="285750" indent="-285750">
              <a:buFont typeface="Arial" panose="020B0604020202020204" pitchFamily="34" charset="0"/>
              <a:buChar char="•"/>
            </a:pPr>
            <a:r>
              <a:rPr lang="en-GB" sz="1600" dirty="0" err="1"/>
              <a:t>ConA</a:t>
            </a:r>
            <a:r>
              <a:rPr lang="en-GB" sz="1600" dirty="0"/>
              <a:t> is specific to mannose and glucose, so this means glycosyrin inhibits either one or both of glucosidases and mannosidases because the glucose and/or mannose residues were not removed from the apoplastic proteins. </a:t>
            </a:r>
          </a:p>
          <a:p>
            <a:r>
              <a:rPr lang="en-GB" sz="1600" dirty="0"/>
              <a:t>This presents clear pathways for future research, namely using more specific lectins to distinguish between the impact of glycosyrin on mannosidases and glucosidases, and investigating glycosyrin’s effect on specific proteins, particularly those of a higher molecular weight.</a:t>
            </a:r>
          </a:p>
        </p:txBody>
      </p:sp>
    </p:spTree>
    <p:extLst>
      <p:ext uri="{BB962C8B-B14F-4D97-AF65-F5344CB8AC3E}">
        <p14:creationId xmlns:p14="http://schemas.microsoft.com/office/powerpoint/2010/main" val="2248047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C1C643-2EAA-0374-ECBD-1EDCC5413374}"/>
              </a:ext>
            </a:extLst>
          </p:cNvPr>
          <p:cNvSpPr txBox="1"/>
          <p:nvPr/>
        </p:nvSpPr>
        <p:spPr>
          <a:xfrm>
            <a:off x="197963" y="179109"/>
            <a:ext cx="11651530" cy="1754326"/>
          </a:xfrm>
          <a:prstGeom prst="rect">
            <a:avLst/>
          </a:prstGeom>
          <a:noFill/>
        </p:spPr>
        <p:txBody>
          <a:bodyPr wrap="square" rtlCol="0">
            <a:spAutoFit/>
          </a:bodyPr>
          <a:lstStyle/>
          <a:p>
            <a:r>
              <a:rPr lang="en-GB" dirty="0"/>
              <a:t>Future Directions: what to put on the poster.</a:t>
            </a:r>
          </a:p>
          <a:p>
            <a:pPr marL="285750" indent="-285750">
              <a:buFont typeface="Arial" panose="020B0604020202020204" pitchFamily="34" charset="0"/>
              <a:buChar char="•"/>
            </a:pPr>
            <a:r>
              <a:rPr lang="en-GB" dirty="0"/>
              <a:t>Determining whether glycosyrin can enter cells and inhibit mannosidases using the Galanthus nivalis lectin.</a:t>
            </a:r>
          </a:p>
          <a:p>
            <a:pPr marL="285750" indent="-285750">
              <a:buFont typeface="Arial" panose="020B0604020202020204" pitchFamily="34" charset="0"/>
              <a:buChar char="•"/>
            </a:pPr>
            <a:r>
              <a:rPr lang="en-GB" dirty="0"/>
              <a:t>Is there a correlation between glycan variation and inhibitor production?</a:t>
            </a:r>
          </a:p>
          <a:p>
            <a:pPr marL="285750" lvl="0" indent="-285750">
              <a:buFont typeface="Arial" panose="020B0604020202020204" pitchFamily="34" charset="0"/>
              <a:buChar char="•"/>
            </a:pPr>
            <a:r>
              <a:rPr lang="en-GB" dirty="0"/>
              <a:t>Compare the impact of glycosyrin on the proteomes of other plants. </a:t>
            </a:r>
          </a:p>
          <a:p>
            <a:pPr marL="285750" lvl="0" indent="-285750">
              <a:buFont typeface="Arial" panose="020B0604020202020204" pitchFamily="34" charset="0"/>
              <a:buChar char="•"/>
            </a:pPr>
            <a:r>
              <a:rPr lang="en-GB" dirty="0"/>
              <a:t>Investigate human-infecting pathogens for similar inhibitors. </a:t>
            </a:r>
          </a:p>
          <a:p>
            <a:pPr marL="285750" indent="-285750">
              <a:buFont typeface="Arial" panose="020B0604020202020204" pitchFamily="34" charset="0"/>
              <a:buChar char="•"/>
            </a:pPr>
            <a:r>
              <a:rPr lang="en-GB" dirty="0"/>
              <a:t>Developing a decoy enzyme for which glycosyrin has a higher affinity than for BGAL1. </a:t>
            </a:r>
          </a:p>
        </p:txBody>
      </p:sp>
      <p:sp>
        <p:nvSpPr>
          <p:cNvPr id="3" name="TextBox 2">
            <a:extLst>
              <a:ext uri="{FF2B5EF4-FFF2-40B4-BE49-F238E27FC236}">
                <a16:creationId xmlns:a16="http://schemas.microsoft.com/office/drawing/2014/main" id="{93E5FC5C-C3F5-5362-E5B1-80512F9DB56B}"/>
              </a:ext>
            </a:extLst>
          </p:cNvPr>
          <p:cNvSpPr txBox="1"/>
          <p:nvPr/>
        </p:nvSpPr>
        <p:spPr>
          <a:xfrm>
            <a:off x="197964" y="2071069"/>
            <a:ext cx="11651529" cy="3970318"/>
          </a:xfrm>
          <a:prstGeom prst="rect">
            <a:avLst/>
          </a:prstGeom>
          <a:noFill/>
        </p:spPr>
        <p:txBody>
          <a:bodyPr wrap="square" rtlCol="0">
            <a:spAutoFit/>
          </a:bodyPr>
          <a:lstStyle/>
          <a:p>
            <a:r>
              <a:rPr lang="en-GB" dirty="0"/>
              <a:t>Future Directions: what to say.</a:t>
            </a:r>
          </a:p>
          <a:p>
            <a:r>
              <a:rPr lang="en-GB" dirty="0"/>
              <a:t>This presents clear pathways for future research, namely using more specific lectins to distinguish between the impact of glycosyrin on mannosidases and glucosidases, and investigating glycosyrin’s effect on specific proteins.</a:t>
            </a:r>
          </a:p>
          <a:p>
            <a:r>
              <a:rPr lang="en-GB" dirty="0"/>
              <a:t>The Galanthus nivalis lectin (</a:t>
            </a:r>
            <a:r>
              <a:rPr lang="en-GB" dirty="0" err="1"/>
              <a:t>Gnl</a:t>
            </a:r>
            <a:r>
              <a:rPr lang="en-GB" dirty="0"/>
              <a:t>) is specific to mannose, unlike </a:t>
            </a:r>
            <a:r>
              <a:rPr lang="en-GB" dirty="0" err="1"/>
              <a:t>ConA</a:t>
            </a:r>
            <a:r>
              <a:rPr lang="en-GB" dirty="0"/>
              <a:t>, which binds to mannose and glucose residues. As mannosidases are only found inside the cell, </a:t>
            </a:r>
            <a:r>
              <a:rPr lang="en-GB" dirty="0" err="1"/>
              <a:t>Gnl</a:t>
            </a:r>
            <a:r>
              <a:rPr lang="en-GB" dirty="0"/>
              <a:t> can be used to determine whether glycosyrin can enter cells. </a:t>
            </a:r>
          </a:p>
          <a:p>
            <a:r>
              <a:rPr lang="en-GB" dirty="0"/>
              <a:t>I believe it is likely that glycosyrin enters the cell as </a:t>
            </a:r>
            <a:r>
              <a:rPr lang="en-GB" dirty="0" err="1"/>
              <a:t>GsnE</a:t>
            </a:r>
            <a:r>
              <a:rPr lang="en-GB" dirty="0"/>
              <a:t> encodes an MSF family transporter, but understanding exactly how glycosyrin crosses the cell membrane, if indeed it does, is crucial as the impact of glycosyrin could be reduced by blocking its mechanism of entry, if transporter proteins are used.</a:t>
            </a:r>
          </a:p>
          <a:p>
            <a:r>
              <a:rPr lang="en-GB" dirty="0"/>
              <a:t>Pseudomonas syringae also varies its glycans on flagellin to evade BGAL1, which is specific to terminal modified </a:t>
            </a:r>
            <a:r>
              <a:rPr lang="en-GB" dirty="0" err="1"/>
              <a:t>Viosamine</a:t>
            </a:r>
            <a:r>
              <a:rPr lang="en-GB" dirty="0"/>
              <a:t>, so perhaps variation in glycosylation of PAMPs and </a:t>
            </a:r>
            <a:r>
              <a:rPr lang="en-GB" dirty="0" err="1"/>
              <a:t>iminosugar</a:t>
            </a:r>
            <a:r>
              <a:rPr lang="en-GB" dirty="0"/>
              <a:t> production are correlated as plant glycosidases present a strong selection pressure. Thus, I would first suggest investigating this correlation in different pathogens, beyond Pseudomonas syringae. Furthermore, Schroeder, F (2025) asserts that similar inhibitors of glycosidases could be produced by human-infecting pathogens, so if this correlation holds, I would recommend examining the genomes of pathogens that also vary their glycans to evade the human immune system for clusters similar to the </a:t>
            </a:r>
            <a:r>
              <a:rPr lang="en-GB" dirty="0" err="1"/>
              <a:t>Gsn</a:t>
            </a:r>
            <a:r>
              <a:rPr lang="en-GB" dirty="0"/>
              <a:t> cluster.</a:t>
            </a:r>
          </a:p>
        </p:txBody>
      </p:sp>
    </p:spTree>
    <p:extLst>
      <p:ext uri="{BB962C8B-B14F-4D97-AF65-F5344CB8AC3E}">
        <p14:creationId xmlns:p14="http://schemas.microsoft.com/office/powerpoint/2010/main" val="1247660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13CF8-A1DD-3FC7-A80B-D4E1177B81E3}"/>
              </a:ext>
            </a:extLst>
          </p:cNvPr>
          <p:cNvSpPr>
            <a:spLocks noGrp="1"/>
          </p:cNvSpPr>
          <p:nvPr>
            <p:ph type="title"/>
          </p:nvPr>
        </p:nvSpPr>
        <p:spPr/>
        <p:txBody>
          <a:bodyPr/>
          <a:lstStyle/>
          <a:p>
            <a:r>
              <a:rPr lang="en-GB" dirty="0"/>
              <a:t>Conclusion </a:t>
            </a:r>
          </a:p>
        </p:txBody>
      </p:sp>
      <p:sp>
        <p:nvSpPr>
          <p:cNvPr id="4" name="TextBox 3">
            <a:extLst>
              <a:ext uri="{FF2B5EF4-FFF2-40B4-BE49-F238E27FC236}">
                <a16:creationId xmlns:a16="http://schemas.microsoft.com/office/drawing/2014/main" id="{EA520804-0FA2-C297-562B-00644295018B}"/>
              </a:ext>
            </a:extLst>
          </p:cNvPr>
          <p:cNvSpPr txBox="1"/>
          <p:nvPr/>
        </p:nvSpPr>
        <p:spPr>
          <a:xfrm>
            <a:off x="838200" y="1690688"/>
            <a:ext cx="6094428" cy="3635547"/>
          </a:xfrm>
          <a:prstGeom prst="rect">
            <a:avLst/>
          </a:prstGeom>
          <a:noFill/>
        </p:spPr>
        <p:txBody>
          <a:bodyPr wrap="square">
            <a:spAutoFit/>
          </a:bodyPr>
          <a:lstStyle/>
          <a:p>
            <a:pPr marL="342900" lvl="0" indent="-342900">
              <a:lnSpc>
                <a:spcPct val="107000"/>
              </a:lnSpc>
              <a:buFont typeface="Calibri" panose="020F050202020403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Glycosyrin can inhibit either or both of glucosidases and mannosidases as well as at least some galactosidases to transform the glycosylation of the apoplastic proteome, which is vital to understand from a plant immunity perspective. </a:t>
            </a:r>
          </a:p>
          <a:p>
            <a:pPr marL="342900" lvl="0" indent="-342900">
              <a:lnSpc>
                <a:spcPct val="107000"/>
              </a:lnSpc>
              <a:buFont typeface="Calibri" panose="020F050202020403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There remain many unanswered questions, such as whether glycosyrin impacts the glycosylation of the intracellular proteome, and how glycosyrin impacts the proteomes of different plant species. </a:t>
            </a:r>
          </a:p>
          <a:p>
            <a:pPr marL="342900" lvl="0" indent="-342900">
              <a:lnSpc>
                <a:spcPct val="107000"/>
              </a:lnSpc>
              <a:spcAft>
                <a:spcPts val="800"/>
              </a:spcAft>
              <a:buFont typeface="Calibri" panose="020F050202020403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Navigating these pathways for future research is imperative in order to map the diverse roles of glycosyrin across various plant-pathogen systems.</a:t>
            </a:r>
          </a:p>
        </p:txBody>
      </p:sp>
    </p:spTree>
    <p:extLst>
      <p:ext uri="{BB962C8B-B14F-4D97-AF65-F5344CB8AC3E}">
        <p14:creationId xmlns:p14="http://schemas.microsoft.com/office/powerpoint/2010/main" val="406407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1734</TotalTime>
  <Words>2981</Words>
  <Application>Microsoft Office PowerPoint</Application>
  <PresentationFormat>Widescreen</PresentationFormat>
  <Paragraphs>235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Marlena Van der ploeg</dc:creator>
  <cp:lastModifiedBy>Marlena Van der ploeg</cp:lastModifiedBy>
  <cp:revision>1</cp:revision>
  <dcterms:created xsi:type="dcterms:W3CDTF">2026-05-28T13:02:13Z</dcterms:created>
  <dcterms:modified xsi:type="dcterms:W3CDTF">2026-05-30T20:30:13Z</dcterms:modified>
</cp:coreProperties>
</file>