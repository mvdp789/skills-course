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lena Van der ploeg" userId="fab3437876692798" providerId="LiveId" clId="{A6CA75FC-509B-4DF2-956A-B9EC73E69D81}"/>
    <pc:docChg chg="custSel addSld delSld modSld">
      <pc:chgData name="Marlena Van der ploeg" userId="fab3437876692798" providerId="LiveId" clId="{A6CA75FC-509B-4DF2-956A-B9EC73E69D81}" dt="2026-05-22T16:42:38.527" v="24" actId="20577"/>
      <pc:docMkLst>
        <pc:docMk/>
      </pc:docMkLst>
      <pc:sldChg chg="addSp modSp mod">
        <pc:chgData name="Marlena Van der ploeg" userId="fab3437876692798" providerId="LiveId" clId="{A6CA75FC-509B-4DF2-956A-B9EC73E69D81}" dt="2026-05-22T16:41:06.243" v="4" actId="20577"/>
        <pc:sldMkLst>
          <pc:docMk/>
          <pc:sldMk cId="2288075634" sldId="257"/>
        </pc:sldMkLst>
        <pc:spChg chg="add mod">
          <ac:chgData name="Marlena Van der ploeg" userId="fab3437876692798" providerId="LiveId" clId="{A6CA75FC-509B-4DF2-956A-B9EC73E69D81}" dt="2026-05-22T16:41:06.243" v="4" actId="20577"/>
          <ac:spMkLst>
            <pc:docMk/>
            <pc:sldMk cId="2288075634" sldId="257"/>
            <ac:spMk id="2" creationId="{F5B0FD08-FA38-6804-5306-7F47F253992E}"/>
          </ac:spMkLst>
        </pc:spChg>
      </pc:sldChg>
      <pc:sldChg chg="addSp delSp modSp new mod">
        <pc:chgData name="Marlena Van der ploeg" userId="fab3437876692798" providerId="LiveId" clId="{A6CA75FC-509B-4DF2-956A-B9EC73E69D81}" dt="2026-05-22T16:42:38.527" v="24" actId="20577"/>
        <pc:sldMkLst>
          <pc:docMk/>
          <pc:sldMk cId="1141005199" sldId="258"/>
        </pc:sldMkLst>
        <pc:spChg chg="del">
          <ac:chgData name="Marlena Van der ploeg" userId="fab3437876692798" providerId="LiveId" clId="{A6CA75FC-509B-4DF2-956A-B9EC73E69D81}" dt="2026-05-22T16:41:13.532" v="7" actId="478"/>
          <ac:spMkLst>
            <pc:docMk/>
            <pc:sldMk cId="1141005199" sldId="258"/>
            <ac:spMk id="2" creationId="{819952A1-7674-3D5B-DE4E-9ACDFB066D25}"/>
          </ac:spMkLst>
        </pc:spChg>
        <pc:spChg chg="del">
          <ac:chgData name="Marlena Van der ploeg" userId="fab3437876692798" providerId="LiveId" clId="{A6CA75FC-509B-4DF2-956A-B9EC73E69D81}" dt="2026-05-22T16:41:10.640" v="6" actId="478"/>
          <ac:spMkLst>
            <pc:docMk/>
            <pc:sldMk cId="1141005199" sldId="258"/>
            <ac:spMk id="3" creationId="{8713FA28-4376-6586-CF05-B0789B4E61F8}"/>
          </ac:spMkLst>
        </pc:spChg>
        <pc:spChg chg="add mod">
          <ac:chgData name="Marlena Van der ploeg" userId="fab3437876692798" providerId="LiveId" clId="{A6CA75FC-509B-4DF2-956A-B9EC73E69D81}" dt="2026-05-22T16:42:38.527" v="24" actId="20577"/>
          <ac:spMkLst>
            <pc:docMk/>
            <pc:sldMk cId="1141005199" sldId="258"/>
            <ac:spMk id="7" creationId="{4A10B2F3-FC6E-6378-DA80-1765499F9DC3}"/>
          </ac:spMkLst>
        </pc:spChg>
        <pc:picChg chg="add mod">
          <ac:chgData name="Marlena Van der ploeg" userId="fab3437876692798" providerId="LiveId" clId="{A6CA75FC-509B-4DF2-956A-B9EC73E69D81}" dt="2026-05-22T16:41:33.712" v="8" actId="931"/>
          <ac:picMkLst>
            <pc:docMk/>
            <pc:sldMk cId="1141005199" sldId="258"/>
            <ac:picMk id="5" creationId="{6C9FA1B7-28D1-B26F-509F-B6FF0F1D49B5}"/>
          </ac:picMkLst>
        </pc:picChg>
        <pc:picChg chg="add mod">
          <ac:chgData name="Marlena Van der ploeg" userId="fab3437876692798" providerId="LiveId" clId="{A6CA75FC-509B-4DF2-956A-B9EC73E69D81}" dt="2026-05-22T16:42:25.337" v="18" actId="1076"/>
          <ac:picMkLst>
            <pc:docMk/>
            <pc:sldMk cId="1141005199" sldId="258"/>
            <ac:picMk id="6" creationId="{ED07AA4B-2C50-59EE-C2C1-22200F7BF9BD}"/>
          </ac:picMkLst>
        </pc:picChg>
      </pc:sldChg>
      <pc:sldChg chg="addSp delSp modSp new del mod">
        <pc:chgData name="Marlena Van der ploeg" userId="fab3437876692798" providerId="LiveId" clId="{A6CA75FC-509B-4DF2-956A-B9EC73E69D81}" dt="2026-05-22T16:42:27.014" v="19" actId="47"/>
        <pc:sldMkLst>
          <pc:docMk/>
          <pc:sldMk cId="3542956549" sldId="259"/>
        </pc:sldMkLst>
        <pc:spChg chg="del">
          <ac:chgData name="Marlena Van der ploeg" userId="fab3437876692798" providerId="LiveId" clId="{A6CA75FC-509B-4DF2-956A-B9EC73E69D81}" dt="2026-05-22T16:41:47.836" v="10" actId="478"/>
          <ac:spMkLst>
            <pc:docMk/>
            <pc:sldMk cId="3542956549" sldId="259"/>
            <ac:spMk id="2" creationId="{F4A95DA5-B488-C19F-B610-7BF19CD08497}"/>
          </ac:spMkLst>
        </pc:spChg>
        <pc:spChg chg="del">
          <ac:chgData name="Marlena Van der ploeg" userId="fab3437876692798" providerId="LiveId" clId="{A6CA75FC-509B-4DF2-956A-B9EC73E69D81}" dt="2026-05-22T16:41:49.250" v="11" actId="478"/>
          <ac:spMkLst>
            <pc:docMk/>
            <pc:sldMk cId="3542956549" sldId="259"/>
            <ac:spMk id="3" creationId="{5945572E-9B45-1685-EF4D-12BE622E9526}"/>
          </ac:spMkLst>
        </pc:spChg>
        <pc:picChg chg="add mod modCrop">
          <ac:chgData name="Marlena Van der ploeg" userId="fab3437876692798" providerId="LiveId" clId="{A6CA75FC-509B-4DF2-956A-B9EC73E69D81}" dt="2026-05-22T16:42:13.847" v="16" actId="732"/>
          <ac:picMkLst>
            <pc:docMk/>
            <pc:sldMk cId="3542956549" sldId="259"/>
            <ac:picMk id="4" creationId="{0EFA8006-5800-2740-1C8C-E479BD04E09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69F4-0938-4802-13AC-45E569D4E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84406-F4B2-8CD5-2031-3B932DBC6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F5063-61B7-C1C3-6397-29C4EAC8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66900-8018-A12E-DB89-F87B5A25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86776-BC41-2862-7B41-519D869B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05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E916-67B2-6CBA-1D0E-0D88805B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18C4-628D-2D18-B25C-7CEBB1AAB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8C1CB-5048-FC15-D145-34F10044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ADE6B-568D-0F67-29FB-4504F7CA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8DD19-ED11-543C-EF91-9CDCC6DB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03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81C2-F524-0117-8497-E4DE9DDF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C2A46-55B3-D4EE-B983-2B2AFE275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8D8E4-1712-0AEA-D586-AE2F90AC4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FD301-0608-C8C3-3776-587256CA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C49C7-1159-02D8-ABCD-C6D56D3D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86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54D4-F4CA-B051-588D-7623BE940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D342-DF1D-F792-360F-4D0595368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687A1-9543-B1BE-6DFD-DEC54E888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72722-ED4A-975B-4EA7-AA051466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1E9B7-C55A-E489-00C7-7AC31A336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BE970-8071-045C-8F82-11F1593F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3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2A83-29B8-97CD-BED4-16A6746A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894A9-6937-87D5-5F5B-FB60C21F9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91D0B-A1AA-C7BA-4BEC-C1D43D34E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66AED-85AD-2264-9403-1CD064701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50C93-6A02-4CF6-96E4-D1601B22D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59CF6-1B7E-80BA-C258-CAB2835D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44426-7780-7F09-C9C0-3F9AA329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127B-8FFE-DD74-950F-995FA04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1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44E5-55EE-396C-5C89-0B7109AE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6F530F-0854-618B-2C68-DCEAFB5F0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D5A37-CFEB-881E-F259-7D3EF0C4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3D0FD-BB90-06E8-CE25-00D2C983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42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DF11B6-333E-B063-5AD0-9DB5D5DFF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27B00-41FB-E220-FEC5-3BA2FFE9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340CD-B7D5-1826-B63A-8EAFCEE72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59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37AC-310E-D6B9-208F-E4D33C7B3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B02E2-9F7B-C951-1098-EEBD53155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D2AA0-F515-145A-5D86-B0801BD20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A93F-3ECD-F68B-0DEC-EE553867E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3E2F8-56E8-CB05-A8FC-D4157263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7ED14-E64D-02AF-BFB8-027345C5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68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15B4-BBF2-C00B-5B37-67016398C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E1D821-0D47-3C52-B9D3-C572B9596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5C01A-12B4-82A6-5E34-6DB1C2751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7050-5CED-4EF5-8F66-F1B2E978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B6893-AF25-93E9-D346-819685E2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10DAF-1C7D-1FE0-0FE2-9849F5EC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09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90DC-FA1E-0018-2DF6-48703B46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1EAD9-B6F7-F65F-1DF2-A37CF95C4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C2D6A-FF19-8475-4FF6-8748CE2A4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3827A-D9DB-EE84-CA5B-E9171895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80C2-6186-F888-99B1-D3B29408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15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49135-A4BB-8314-0D71-E42946209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D1B52-9068-1387-9334-8AB33D2BA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CDCA-E881-B868-0470-9EEC39C6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C0EC0-1742-432A-BD5B-F4A327579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D240F-7C59-D5D9-EABF-34F4F05C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60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77656-6672-8C37-163B-4C005B4F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55EE5-6C1F-EFB4-82A1-5662E19A5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89C90-C22A-32C1-BDA7-FBD68B2DE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7CC4A-E16C-4349-8C56-34060D1120AA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08F37-8583-514E-D04F-452729738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F8C67-DD43-03EB-E789-F0C0812A1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A52BF-63F0-4A50-A501-608D5E5A51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95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B901A4-B949-6133-46CB-25D285549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137" y="0"/>
            <a:ext cx="6959725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079229-FD85-DCD7-D1AD-36CB2661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275"/>
          <a:stretch>
            <a:fillRect/>
          </a:stretch>
        </p:blipFill>
        <p:spPr>
          <a:xfrm>
            <a:off x="815618" y="0"/>
            <a:ext cx="116401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B0FD08-FA38-6804-5306-7F47F253992E}"/>
              </a:ext>
            </a:extLst>
          </p:cNvPr>
          <p:cNvSpPr txBox="1"/>
          <p:nvPr/>
        </p:nvSpPr>
        <p:spPr>
          <a:xfrm>
            <a:off x="10322351" y="1668544"/>
            <a:ext cx="62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RCAI</a:t>
            </a:r>
          </a:p>
        </p:txBody>
      </p:sp>
    </p:spTree>
    <p:extLst>
      <p:ext uri="{BB962C8B-B14F-4D97-AF65-F5344CB8AC3E}">
        <p14:creationId xmlns:p14="http://schemas.microsoft.com/office/powerpoint/2010/main" val="228807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FA1B7-28D1-B26F-509F-B6FF0F1D4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7AA4B-2C50-59EE-C2C1-22200F7BF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9" r="71321"/>
          <a:stretch>
            <a:fillRect/>
          </a:stretch>
        </p:blipFill>
        <p:spPr>
          <a:xfrm>
            <a:off x="1998483" y="0"/>
            <a:ext cx="631596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10B2F3-FC6E-6378-DA80-1765499F9DC3}"/>
              </a:ext>
            </a:extLst>
          </p:cNvPr>
          <p:cNvSpPr txBox="1"/>
          <p:nvPr/>
        </p:nvSpPr>
        <p:spPr>
          <a:xfrm>
            <a:off x="10746557" y="253581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ConA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005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Marlena Van der ploeg</dc:creator>
  <cp:lastModifiedBy>Marlena Van der ploeg</cp:lastModifiedBy>
  <cp:revision>1</cp:revision>
  <dcterms:created xsi:type="dcterms:W3CDTF">2026-05-22T15:56:56Z</dcterms:created>
  <dcterms:modified xsi:type="dcterms:W3CDTF">2026-05-22T16:43:40Z</dcterms:modified>
</cp:coreProperties>
</file>